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lab is about the agent bug every team hits in production: flawless in the</a:t>
            </a:r>
          </a:p>
          <a:p>
            <a:r>
              <a:t>demo, flaky in prod. The same ticket routes two different ways on two runs. The instinct</a:t>
            </a:r>
          </a:p>
          <a:p>
            <a:r>
              <a:t>is 'prompt it harder' — that's the wrong fix. We'll show the flake is non-deterministic</a:t>
            </a:r>
          </a:p>
          <a:p>
            <a:r>
              <a:t>by construction, engineer it away, and instrument it so you can prove it. Everything</a:t>
            </a:r>
          </a:p>
          <a:p>
            <a:r>
              <a:t>runs offline against a seeded simulation, so 'flaky' is reproducible and the fix is</a:t>
            </a:r>
          </a:p>
          <a:p>
            <a:r>
              <a:t>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framing is engineering discipline, not prompt craft. The two ideas students</a:t>
            </a:r>
          </a:p>
          <a:p>
            <a:r>
              <a:t>under-rate: (1) non-determinism has exactly two structural sources and both have a fix,</a:t>
            </a:r>
          </a:p>
          <a:p>
            <a:r>
              <a:t>and (2) you make control-flow decisions deterministic BEFORE the graph depends on them.</a:t>
            </a:r>
          </a:p>
          <a:p>
            <a:r>
              <a:t>Everything is offline and seeded so the flake is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in the prod-vs-demo flake before any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symptom visceral: a coin-flip router is a support backlog and an angry</a:t>
            </a:r>
          </a:p>
          <a:p>
            <a:r>
              <a:t>customer. The key reframe is that prompting can't fix a structural problem — sampling</a:t>
            </a:r>
          </a:p>
          <a:p>
            <a:r>
              <a:t>and parsing are mechanics, not wording. And without instrumentation you can't even tell</a:t>
            </a:r>
          </a:p>
          <a:p>
            <a:r>
              <a:t>which decision flaked. That's the arc of the whole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the two cleanly because they need different fixes. Sampling variance shows up</a:t>
            </a:r>
          </a:p>
          <a:p>
            <a:r>
              <a:t>on ambiguous inputs even with perfect parsing; parsing variance shows up even at</a:t>
            </a:r>
          </a:p>
          <a:p>
            <a:r>
              <a:t>temperature 0 if the answer is free text. The lab reproduces each in isolation. Name</a:t>
            </a:r>
          </a:p>
          <a:p>
            <a:r>
              <a:t>them now so the fix slide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'both'. Structured output (in prod: .with_structured_output / guided JSON</a:t>
            </a:r>
          </a:p>
          <a:p>
            <a:r>
              <a:t>decoding on the NIM) removes the parser, but the model still samples among valid schema</a:t>
            </a:r>
          </a:p>
          <a:p>
            <a:r>
              <a:t>values. temperature=0 removes the sampling. Only together do you get a function: same</a:t>
            </a:r>
          </a:p>
          <a:p>
            <a:r>
              <a:t>ticket, same route, every time. This is the single most important slide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LangGraph, asyncio, and OpenTelemetry; the LLM and tools are a seeded offline</a:t>
            </a:r>
          </a:p>
          <a:p>
            <a:r>
              <a:t>simulation so the flake is reproducible. Every slide maps to a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them: the mock is a seeded stand-in for an LLM NIM, with a closeness-aware</a:t>
            </a:r>
          </a:p>
          <a:p>
            <a:r>
              <a:t>sampler so only genuinely ambiguous tickets waver — that's what makes the flake</a:t>
            </a:r>
          </a:p>
          <a:p>
            <a:r>
              <a:t>realistic and reproducible. Point at the commented production swap: the graph is</a:t>
            </a:r>
          </a:p>
          <a:p>
            <a:r>
              <a:t>unchanged when you drop in a real NIM. t07 is the showcase ticket: tied billing/</a:t>
            </a:r>
          </a:p>
          <a:p>
            <a:r>
              <a:t>technical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production flake, reproduced on demand. The ticket has genuinely tied</a:t>
            </a:r>
          </a:p>
          <a:p>
            <a:r>
              <a:t>billing/technical signals, so temperature=0.7 sampling splits it ~50/50. Note: on a</a:t>
            </a:r>
          </a:p>
          <a:p>
            <a:r>
              <a:t>CLEAR ticket the naive pipeline still wobbles, but from parsing alone — that's the</a:t>
            </a:r>
          </a:p>
          <a:p>
            <a:r>
              <a:t>challenge, and it isolates the second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payoff: variance collapses to a single decision and structured routing matches every</a:t>
            </a:r>
          </a:p>
          <a:p>
            <a:r>
              <a:t>gold label. Stress that we changed two things at once on purpose — both fixes are</a:t>
            </a:r>
          </a:p>
          <a:p>
            <a:r>
              <a:t>required. This is the foundation the rest of the graph stands on; an unstable router</a:t>
            </a:r>
          </a:p>
          <a:p>
            <a:r>
              <a:t>makes every downstream edge untrustworthy.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put the stable router to work. A LangGraph is nodes + a shared state TypedDict +</a:t>
            </a:r>
          </a:p>
          <a:p>
            <a:r>
              <a:t>edges; conditional edges call a function you supply to pick the next node from current</a:t>
            </a:r>
          </a:p>
          <a:p>
            <a:r>
              <a:t>state. The diagram is the whole architecture. The callback to exercise 2: a conditional</a:t>
            </a:r>
          </a:p>
          <a:p>
            <a:r>
              <a:t>edge is only as reliable as the state it branches on, which is why we pinned the router</a:t>
            </a:r>
          </a:p>
          <a:p>
            <a:r>
              <a:t>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tiny functions are the control flow. gate short-circuits blocked input to a terminal</a:t>
            </a:r>
          </a:p>
          <a:p>
            <a:r>
              <a:t>node; route_by_department maps the decided Department to its handler node. The graph is</a:t>
            </a:r>
          </a:p>
          <a:p>
            <a:r>
              <a:t>explicit and inspectable — you can read the path off the trace list. Determinism in,</a:t>
            </a:r>
          </a:p>
          <a:p>
            <a:r>
              <a:t>determinism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guardrail isn't decoration — it's the graph's edge of trust. Every injection and</a:t>
            </a:r>
          </a:p>
          <a:p>
            <a:r>
              <a:t>exfiltration attempt routes to 'blocked'; the benign lookalikes pass through to their</a:t>
            </a:r>
          </a:p>
          <a:p>
            <a:r>
              <a:t>department. The principle: screen before the data plane, so a malicious input never</a:t>
            </a:r>
          </a:p>
          <a:p>
            <a:r>
              <a:t>touches a tool or backend. In production this is a dedicated NeMo Guardrails 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Independent I/O-bound calls should never run back-to-back. Sequential awaits block;</a:t>
            </a:r>
          </a:p>
          <a:p>
            <a:r>
              <a:t>gather overlaps them so three 50ms lookups finish in ~50ms. For an agent making several</a:t>
            </a:r>
          </a:p>
          <a:p>
            <a:r>
              <a:t>tool calls per turn, this is the difference between snappy and sluggish — and it scales</a:t>
            </a:r>
          </a:p>
          <a:p>
            <a:r>
              <a:t>with tool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how 'trust me' becomes evidence. One parent span over three children; the</a:t>
            </a:r>
          </a:p>
          <a:p>
            <a:r>
              <a:t>parent's wall time is ~one tool, not three, which proves concurrency from the trace</a:t>
            </a:r>
          </a:p>
          <a:p>
            <a:r>
              <a:t>alone. Wire the same spans onto the router and guardrail nodes and you can answer 'why</a:t>
            </a:r>
          </a:p>
          <a:p>
            <a:r>
              <a:t>did ticket X route there?' from the trace — the observability theme that Lab 06 makes a</a:t>
            </a:r>
          </a:p>
          <a:p>
            <a:r>
              <a:t>production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as a checklist. The one thing to remember: when an agent flakes, don't reach for</a:t>
            </a:r>
          </a:p>
          <a:p>
            <a:r>
              <a:t>the prompt — find the non-deterministic decision, make it a pure function, and</a:t>
            </a:r>
          </a:p>
          <a:p>
            <a:r>
              <a:t>instrument it so the next flake is diagnosable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lab to the stack. NAT gives you config-driven wiring and per-node telemetry for</a:t>
            </a:r>
          </a:p>
          <a:p>
            <a:r>
              <a:t>free — what we hand-wrote here. Guided decoding on the LLM NIM is how structured output</a:t>
            </a:r>
          </a:p>
          <a:p>
            <a:r>
              <a:t>works in production. Hand off to the notebook; the challenge sketches the same flow in</a:t>
            </a:r>
          </a:p>
          <a:p>
            <a:r>
              <a:t>NAT and traces a full end-to-end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questions, then move to the hands-on portion. The notebook uses real LangGraph + OTel against a seeded sim; the production swap to a real LLM NIM is a commented one-liner.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Agents &amp; Orchestration</a:t>
            </a:r>
          </a:p>
          <a:p>
            <a:r>
              <a:rPr sz="2000">
                <a:solidFill>
                  <a:srgbClr val="76B900"/>
                </a:solidFill>
              </a:rPr>
              <a:t>Making non-deterministic agents deterministic  ·  NVIDIA Partner Lab Series · Lab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Agenda &amp; 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problem: routing that flakes in production but not in the demo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two sources of non-determinism — and why you must fix both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step-by-step walkthrough of every notebook exercise — with worked examples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By the end you will be able to: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Reproduce agent non-determinism on demand and name its two causes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Kill it with structured output + temperature=0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Wire a LangGraph state machine with a guardrail and concurrent tools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Instrument the flow with OpenTelemetry traces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scenario — flaky in prod, flawless in the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An ISV's multi-agent customer-service workflow is flaky in production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the same ticket routes to billing on one run, technical on the next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a tool that should fire sometimes doesn't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Engineering's instinct: 'prompt it harder' — the wrong fix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real problem: some decisions are non-deterministic by construction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and nothing is instrumented to prove which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Reproduce the flake, engineer it away, then prove it with traces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Non-determinism has two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original router: ask the LLM in plain language, then string-match the answer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Two independent things make that non-deterministic: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Sampling — at temperature &gt; 0, an ambiguous ticket lands differently per run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Parsing — free-text surface forms vary; a brittle keyword parser mis-maps them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'Billing' vs 'Route to the payments team' → silent drop to a catch-all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Both are structural — prompting harder fixes neither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fix — structured output AND temperature=0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Two failure sources need two fixes — and you need BOTH: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Structured output — constrain the model to a schema (RouteDecision + enum)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nothing to parse, no invalid value can come back → kills PARSE variance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temperature=0 — greedy decoding, same input → same output → kills SAMPLING variance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Structured output alone still samples; temperature=0 alone can still emit junk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Together, routing is a pure function of the input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Lab 05 — Notebook Walkthrough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05 · Setup — the seeded simulation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Real LangGraph/asyncio/OTel; the LLM router + tools are shared/agent_sim.py.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No GPU, no NIM, no key — so 'flaky' is reproducible and the fix is testable.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05456"/>
            <a:ext cx="11018520" cy="3941064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setup cell — the objects you'll use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TICKETS     = 12 labeled tickets (t07 is the ambiguous showcase)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ADVERSARIAL = 8 probes (4 attacks, 4 benign lookalikes)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MockLLMRouter(seed=7): classify_freetext / classify_structured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Department enum · RouteDecision · GuardrailResult (Pydantic)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tracer + InMemorySpanExporter (no collector needed)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# production swap (commented): ChatOpenAI(base_url=NIM_LLM_URL,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#   temperature=0).with_structured_output(RouteDecision)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05 · Exercise 1 — reproduce the flake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Build the original v1 pipeline.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1.  text = router.classify_freetext(ticket, temperature=0.7).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2.  return parse_department(text).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Run it 12× on the showcase ticket (fresh seeded router).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Watch the decision 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naive_route on t07 (gold = billing)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ticket t07: 'charged for an API call that returned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an error — can I get a refund for the failed request?'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naive routing over 12 runs: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{'technical': 6, 'billing': 6}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distinct decisions: 2  -&gt;  NON-DETERMINISTIC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tied signals -&gt; sampling splits ~50/50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= a coin-flip router = a support backlog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05 · Exercise 2 — the deterministic fix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Return the router's STRUCTURED decision at temperature=0.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router.classify_structured(ticket, temperature=0.0) → RouteDecision.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A validated enum value — nothing to parse.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Re-run the 12× distribution, then score vs gold labels.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This is the decision you pin before anything depends on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robust_route on t07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robust routing over 12 runs: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{'billing': 12}  -&gt;  distinct = 1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routing accuracy vs gold labels: 12 / 12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RouteDecision(department=BILLING, confidence=0.5,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reason='matched 2 billing signal(s)')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variance collapses to ONE correct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Wire it into a LangGraph state machine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Real agents are graphs: nodes do work, EDGES decide what runs next, shared state threads through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START → guardrails → (blocked?) → router → (which dept?) → handler → END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Two edges are conditional — they branch on state the graph computed: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after guardrails, a blocked input skips straight to a terminal node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after the router, the Department chooses which handler runs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Deterministic control flow is only trustworthy if the router is deterministic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05 · Exercise 3 — the conditional edges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LangGraph dispatches on functions you supply for conditional edges.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gate(state) → 'blocked' if the guardrail denied, else 'router'.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route_by_department(state) → state['decision'].department.value.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Nodes return state updates; edges read them to pick the next node.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Because the router is deterministic, the path is too.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graph.invoke(ticket t07)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handler = 'billing'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path: guardrails -&gt; router -&gt; billing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START -&gt; guardrails -&gt; (gate) -&gt; router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-&gt; (route_by_department) -&gt; &lt;dept&gt; -&gt; END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every ticket follows the same explicit,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inspectable 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05 · The guardrail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The guardrails node is the first line of defense — NeMo Guardrails (its own NIM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in production) screens for prompt-injection &amp; exfiltration BEFORE any tool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05456"/>
            <a:ext cx="11018520" cy="3941064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replay 8 adversarial probes through the graph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a1 prompt-injection   -&gt; blocked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a3 data-exfiltration  -&gt; blocked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a5 (real refund)      -&gt; billing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a6 (real 500 error)   -&gt; technical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...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guardrail decisions matching labels: 8 / 8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attacks blocked: 4 / 8   (the 4 genuine requests flow on)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 blocked input never reaches a tool — screen at the EDGE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05 · Exercise 4 — concurrent tool calls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A routed agent enriches the ticket: account, invoices, usage.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Independent I/O — sequential wastes wall time (3×50ms = 150ms).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asyncio.gather runs coroutines concurrently, results in order.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await asyncio.gather(fetch_account, fetch_invoices, fetch_usage).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CLAUDE.md rule: agent tool calls are async, never blocking.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sequential vs concurrent gather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sequential : ~154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concurrent : ~51 ms    (gather)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speedup    : ~3.0×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account tier: free | invoices: 3 | api calls 30d: 7000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sequential awaits block one another;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gather overlaps the three 50ms lookups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05 · Exercise 5 — prove it with traces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'It's deterministic now, trust me' doesn't survive a postmortem.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Distributed tracing records each step as a span in a tree.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Wrap work in tracer.start_as_current_span(name); nesting = parent/child.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1.  open a parent span 'gather_context'.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2.  wrap each tool call in a child span, then asyncio.gather them.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In-memory exporter here; Jaeger/Tempo in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traced_gather_context — recorded spans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spans recorded: 4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tool:fetch_account    ~50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tool:fetch_invoices   ~50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tool:fetch_usage      ~50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gather_context        ~51 ms   (parent)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children close before the parent; parent ~ ONE tool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-&gt; the trace PROVES the calls overlapped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Non-determinism has two sources — fix both: structured output (parsing) + temperature=0 (sampling)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Make control-flow decisions deterministic first — pin the router before the graph depends on it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Screen at the edge — a guardrail blocks injection/exfiltration before any tool runs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Tool calls are concurrent — asyncio.gather overlaps independent I/O (~3× here)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Instrument so you can prove it — OpenTelemetry spans show the route, order, and latency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NVIDIA stack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LangGraph for the state machine; NeMo Agent Toolkit (NAT) as the NVIDIA-native alternative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NeMo Guardrails NIM for input screening; LLM NIM with guided/JSON decoding for structured output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temperature=0 for routing; OpenTelemetry for traces (exports to Jaeger/Tempo)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langchain-ai.github.io/langgraph · docs.nvidia.com/nemo/guardrails · docs.nvidia.com/nemo/agent-toolkit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Questions?</a:t>
            </a:r>
          </a:p>
          <a:p>
            <a:r>
              <a:rPr sz="2000">
                <a:solidFill>
                  <a:srgbClr val="76B900"/>
                </a:solidFill>
              </a:rPr>
              <a:t>Then open Lab 05 — labs/05-agents-orchestration/lab.ipynb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