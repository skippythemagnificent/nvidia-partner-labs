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is the analytical lab: no GPU required, no NIM calls — every number comes</a:t>
            </a:r>
          </a:p>
          <a:p>
            <a:r>
              <a:t>from datasheet tables and a back-of-the-envelope capacity model. The throughline is</a:t>
            </a:r>
          </a:p>
          <a:p>
            <a:r>
              <a:t>that 'H100 is 6× faster than A100' is true for exactly one workload regime and</a:t>
            </a:r>
          </a:p>
          <a:p>
            <a:r>
              <a:t>misleading for several. By the end you'll defend a GPU SKU and a count with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lab is heavy on intuition and arithmetic. The two results that reshape real</a:t>
            </a:r>
          </a:p>
          <a:p>
            <a:r>
              <a:t>deployments: the roofline crossover batch (where 'more FLOPs' stops helping decode) and</a:t>
            </a:r>
          </a:p>
          <a:p>
            <a:r>
              <a:t>the moment a 70B model simply won't fit on one GPU. Promise them they'll leave able to</a:t>
            </a:r>
          </a:p>
          <a:p>
            <a:r>
              <a:t>turn a vendor claim into a defensible 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in a budget review, not abstract specs.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'6×' claim concrete and then promise to dismantle it: it's real only when</a:t>
            </a:r>
          </a:p>
          <a:p>
            <a:r>
              <a:t>decode is compute-bound, and most chat traffic isn't. The deliverable procurement wants</a:t>
            </a:r>
          </a:p>
          <a:p>
            <a:r>
              <a:t>is a single number — GPUs — and the lab builds the model that produces it defensibly.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one-liner carries the whole lab. The two HBM numbers map to the two failure modes:</a:t>
            </a:r>
          </a:p>
          <a:p>
            <a:r>
              <a:t>capacity problems ('70B won't fit', concurrency ceiling) and bandwidth problems (slow</a:t>
            </a:r>
          </a:p>
          <a:p>
            <a:r>
              <a:t>single-user decode). Keep coming back to 'size vs speed' — students who internalize it</a:t>
            </a:r>
          </a:p>
          <a:p>
            <a:r>
              <a:t>predict the rest of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Decode and prefill live on opposite sides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conceptual heart. Decode is bandwidth-starved at small batch because it does</a:t>
            </a:r>
          </a:p>
          <a:p>
            <a:r>
              <a:t>almost no math per byte read; prefill is the opposite. So a chatty short-prompt workload</a:t>
            </a:r>
          </a:p>
          <a:p>
            <a:r>
              <a:t>is decode-heavy (wants bandwidth) and a long-context RAG/summarize workload is</a:t>
            </a:r>
          </a:p>
          <a:p>
            <a:r>
              <a:t>prefill-heavy (wants FLOPs/fp8). The roofline is just min(memory ceiling, compute</a:t>
            </a:r>
          </a:p>
          <a:p>
            <a:r>
              <a:t>ceiling), and where they cross is the ridge we compute in exercise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Fully analytical. Each exercise is a small formula; the payoff is the capacity planner.</a:t>
            </a:r>
          </a:p>
          <a:p>
            <a:r>
              <a:t>Every slide maps to a cell — have students predict each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them in the tables — GPUs, models, workloads. Stress fp8_tflops is null for the</a:t>
            </a:r>
          </a:p>
          <a:p>
            <a:r>
              <a:t>A100 (sm80 can't do fp8), which the helpers handle. MEM_UTIL=0.90 is the usable HBM</a:t>
            </a:r>
          </a:p>
          <a:p>
            <a:r>
              <a:t>fraction; everything downstream subtracts framework overhead via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single number drives the concurrency ceiling and reappeared as the 503-causing</a:t>
            </a:r>
          </a:p>
          <a:p>
            <a:r>
              <a:t>budget in Lab 03. The GQA point is the one to land: Llama-3.1 uses 8 KV heads to serve</a:t>
            </a:r>
          </a:p>
          <a:p>
            <a:r>
              <a:t>32–64 attention heads, shrinking the cache 4–8×. Without GQA, long context would be</a:t>
            </a:r>
          </a:p>
          <a:p>
            <a:r>
              <a:t>unaffordable. Note these hyperparameters are looked up from the model card, not derived.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hardware that set the Lab 03 KV ceiling. The teaching: both 80 GB cards hold</a:t>
            </a:r>
          </a:p>
          <a:p>
            <a:r>
              <a:t>the same ~333 sequences regardless of their very different compute, while the 48 GB L40S</a:t>
            </a:r>
          </a:p>
          <a:p>
            <a:r>
              <a:t>holds half — because concurrency is a capacity (size) problem, full stop. Compute</a:t>
            </a:r>
          </a:p>
          <a:p>
            <a:r>
              <a:t>doesn't enter until the next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crossover batch equals the GPU's FLOP-per-byte ratio — the roofline 'ridge'. Below</a:t>
            </a:r>
          </a:p>
          <a:p>
            <a:r>
              <a:t>it you're wasting compute and batching buys near-linear throughput; above it more batch</a:t>
            </a:r>
          </a:p>
          <a:p>
            <a:r>
              <a:t>only adds latency. THIS is why '6×' is regime-specific: single-user decode tracks</a:t>
            </a:r>
          </a:p>
          <a:p>
            <a:r>
              <a:t>bandwidth (~1.6×), saturated throughput tracks FLOPs (~3×+). We prove that in Failure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opposite of the decode story, and showing them back to back is the lesson:</a:t>
            </a:r>
          </a:p>
          <a:p>
            <a:r>
              <a:t>the same two GPUs that decode at ~1.6× apart prefill at ~3.2× apart. Long-context</a:t>
            </a:r>
          </a:p>
          <a:p>
            <a:r>
              <a:t>workloads (RAG, summarization) are prefill-heavy and benefit most from FP8 and FLOPs;</a:t>
            </a:r>
          </a:p>
          <a:p>
            <a:r>
              <a:t>chatty short-prompt workloads are decode-heavy and benefit most from bandwidth.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 procurement wants. Walk the chain: demand from RPS × output tokens; batch</a:t>
            </a:r>
          </a:p>
          <a:p>
            <a:r>
              <a:t>capped by whichever is smaller — KV cache (memory) or ITL SLA (latency); supply from the</a:t>
            </a:r>
          </a:p>
          <a:p>
            <a:r>
              <a:t>decode curve at that batch; then ceil to a GPU count and check TTFT. One H100 or A100</a:t>
            </a:r>
          </a:p>
          <a:p>
            <a:r>
              <a:t>covers 50 rps of chat; the L40S needs two. Because KV binds, fp8 is the highest-leverage</a:t>
            </a:r>
          </a:p>
          <a:p>
            <a:r>
              <a:t>knob — that's the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fits_on_one_gpu=False is a hard stop, not a throughput tweak — this is the classic</a:t>
            </a:r>
          </a:p>
          <a:p>
            <a:r>
              <a:t>capacity-planning blunder, sizing a 70B without checking weight-fit first. fp8 *just*</a:t>
            </a:r>
          </a:p>
          <a:p>
            <a:r>
              <a:t>fits on one GPU but with 1.4 GB of KV headroom = near-zero concurrency, so the practical</a:t>
            </a:r>
          </a:p>
          <a:p>
            <a:r>
              <a:t>floor is still tp≥2. This is why NVLink exists: TP makes GPUs talk every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payoff of the roofline. At batch 1 the H100's edge is just its bandwidth</a:t>
            </a:r>
          </a:p>
          <a:p>
            <a:r>
              <a:t>advantage (1.64×) — the FLOPs are idle. The headline 3.17× only materializes when</a:t>
            </a:r>
          </a:p>
          <a:p>
            <a:r>
              <a:t>continuous batching pushes decode into the compute-bound region. So if the problem is</a:t>
            </a:r>
          </a:p>
          <a:p>
            <a:r>
              <a:t>single-user latency, the high-FLOP GPU barely helps; the lever is bigger batch or more</a:t>
            </a:r>
          </a:p>
          <a:p>
            <a:r>
              <a:t>bandwidth. That's the whole point of knowing which side of the roofline you're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as a checklist. The one thing to remember: name the regime before you name the</a:t>
            </a:r>
          </a:p>
          <a:p>
            <a:r>
              <a:t>GPU. 'Faster' is meaningless until you know whether your workload is bound by memory</a:t>
            </a:r>
          </a:p>
          <a:p>
            <a:r>
              <a:t>size, memory bandwidth, or compute — and the arithmetic here tells you which.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the arithmetic to the real silicon and software: HBM3 bandwidth, NVLink for TP, FP8</a:t>
            </a:r>
          </a:p>
          <a:p>
            <a:r>
              <a:t>via Transformer Engine, and continuous batching in TRT-LLM (which is how you actually</a:t>
            </a:r>
          </a:p>
          <a:p>
            <a:r>
              <a:t>reach the high-batch compute-bound region). Hand off to the notebook capacity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questions, then move to the hands-on capacity planner. The challenge re-runs the planner with fp8 and sizes the 70B with 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GPU Architecture for Inference</a:t>
            </a:r>
          </a:p>
          <a:p>
            <a:r>
              <a:rPr sz="2000">
                <a:solidFill>
                  <a:srgbClr val="76B900"/>
                </a:solidFill>
              </a:rPr>
              <a:t>Sizing the box with arithmetic, not benchmarks  ·  NVIDIA Partner Lab Series · Lab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Agenda &amp; 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The problem: defend a GPU sizing decision to procurement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HBM: capacity vs bandwidth, and the two ways you run out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 step-by-step walkthrough of every notebook exercise — with worked examples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By the end you will be able to: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Compute the KV-cache tax per token and the concurrency ceiling it sets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Explain why decode is memory-bound and prefill is compute-bound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Find the roofline crossover batch and read it off a throughput curve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Turn a target RPS + SLA into a GPU count with a capacity planner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The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The scenario — sizing a multi-tenant LLM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An ML engineer is sizing GPU infra; budget review is Thursday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The vendor deck says 'H100 is 6× faster than A100'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true for one workload regime, misleading for several others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Procurement wants one SKU and a GPU count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The engineer needs to defend it with arithmetic, not a benchmark screenshot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Every number in this lab comes from the datasheet tables in data/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HBM — two numbers, two ways to run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HBM (High Bandwidth Memory) = the GPU's on-package video memory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the memory_gb in the specs (e.g. 80 GB on an H100)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Capacity (memory_gb) — HOW MUCH FITS: weights + KV cache both live here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Bandwidth (mem_bandwidth_gb_s) — HOW FAST you can read it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decode rereads every weight per token, so token speed tracks bandwidth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Capacity (weights+KV) is a SIZE problem; decode speed is a BANDWIDTH problem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The Roofline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Decode vs prefill — two sides of the roofline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Decode (generate one token): reread every weight from HBM, do ~2×params FLOPs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~1 FLOP/byte → tensor cores idle, waiting on memory → MEMORY-bound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Prefill (process the prompt): 2×params FLOPs for every input token at once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high arithmetic intensity → COMPUTE-bound (FLOPs and FP8 matter here)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Single-user token speed tracks bandwidth; TTFT tracks FLOPs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The same GPU lives on BOTH sides of the roofline within one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Lab 04 — Notebook Walkthrough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04 · Setup — the datasheet 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No GPU, no NIM. Everything computes from the JSON tables in data/.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21408"/>
            <a:ext cx="11018520" cy="4325112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setup cell — the objects you'll use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GPUS      = h100_sxm, h100_pcie, a100_80_sxm, l40s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       (memory_gb, mem_bandwidth_gb_s, fp16/fp8_tflops, nvlink, $/hr)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MODELS    = llama31_8b, llama31_70b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       (params, num_layers, kv_heads, head_dim)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WORKLOADS = chat, rag, summarize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       (target_rps, in/out tokens, ttft_ms_sla, itl_ms_sla)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MEM_UTIL = 0.90   # usable fraction of HBM after framework overhead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helpers: peak_flops(), mem_bandwidth(), weight_bytes(), dtype_bytes()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04 · Exercise 1 — the KV-cache tax per token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Every context token costs HBM: K and V vectors, at every layer.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kv_bytes/tok = 2 × layers × kv_heads × head_dim × dtype_bytes.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The 2 is K AND V.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76B900"/>
                </a:solidFill>
              </a:rPr>
              <a:t>Use kv_heads (GQA), NOT the full attention head count.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layers/kv_heads/head_dim are architecture choices — you look them 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worked example (fp16, 2 bytes)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8B : 2 × 32 layers × 8 × 128 × 2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= 131,072 B  = 128 KiB / token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70B: 2 × 80 layers × 8 × 128 × 2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= 327,680 B  = 320 KiB / token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70B is 2.5× the 8B because it's 2.5× deeper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(KV scales linearly with num_layers)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04 · Exercise 2 — HBM budget → concurrency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HBM holds weights (fixed) + KV cache (grows with concurrency).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Weights are paid first; whatever's left is your KV budget.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usable = memory_gb × 1e9 × 0.90.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kv_budget = usable − weight_bytes.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max_tokens = kv_budget // kv_bytes_per_token.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max_sequences = max_tokens // context_len.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8B fp16, context = 1280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GPU            weights  KV tokens  max seqs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H100 80GB SXM   16.1 GB   426,788     333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A100 80GB SXM   16.1 GB   426,788     333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L40S 48GB       16.1 GB   207,061     161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weights identical; the 48GB L40S has far less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left for KV -&gt; ~half the sequences.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Capacity here is a MEMORY 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04 · Exercise 3 — the decode roofline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Decode is memory-bound: read every weight, do ~2×params FLOPs.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Batching amortizes the weight read over B sequences.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memory_bound = batch × bandwidth / weight_bytes (grows with batch).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compute_bound = peak_flops / (2 × params) (flat ceiling).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tok/s = min(memory_bound, compute_bound).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76B900"/>
                </a:solidFill>
              </a:rPr>
              <a:t>crossover batch = peak_flops / bandwidth = the FLOP:byte ridge.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8B fp16 decode vs batch (H100 SXM)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crossover batch = 295  (= ridge 295 FLOP/byte)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batch    1 :    209 tok/s   memory-bound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batch   32 :  6,679 tok/s   memory-bound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batch  256 : 53,432 tok/s   memory-bound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batch  512 : 61,613 tok/s   compute-bound (ceiling)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linear climb, then a hard FLOP ceiling.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below the ridge: free throughput; above: only latency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04 · Exercise 4 — prefill and TTFT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Before the first token, the model processes the whole prompt: prefill.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Prefill does 2×params FLOPs for EVERY input token at once.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High arithmetic intensity → COMPUTE-bound (FLOPs &amp; fp8 matter).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ttft_s ≈ 2 × params × input_tokens / peak_flops.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76B900"/>
                </a:solidFill>
              </a:rPr>
              <a:t>Decode is a memory problem; prefill is a compute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8B prefill TTFT floor (1024 input tokens)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H100 80GB SXM fp16 : 16.6 ms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A100 80GB SXM fp16 : 52.7 ms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H100 SXM fp8       :  8.3 ms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here the H100 really is ~3.2× the A100 (the FLOPs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ratio), and fp8 halves it again.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prefill = where compute headroom shows up;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decode = where bandwidth does.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04 · Exercise 5 — the capacity planner (capstone)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Demand: required_tps = target_rps × output_tokens.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Batch ceiling = min(KV-cache limit, ITL-SLA limit).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ITL limit = itl_sla_s × peak_flops / (2 × params).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Supply: per_gpu_tps = decode_tokens_per_s(batch).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Count: num_gpus = ceil(required_tps / per_gpu_tps); check TTFT.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chat: 50 rps × 256 out = 12,800 tok/s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GPU           batch  bind      tok/s/gpu  gpus  TTFT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H100 80 SXM    333   KV cache    61,613    1   16.6 OK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A100 80 SXM    333   KV cache    19,427    1   52.7 OK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L40S 48GB      161   KV cache     8,662    2   45.4 OK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chat SLA is loose, so KV cache (not latency) binds.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binding constraint decides the lever: here FP8 (smaller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weights + KV) buys a bigger batch.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04 · Failure 1 — the 70B that won't 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Swap the 8B for the 70B and it breaks the single-GPU assumption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before throughput even enters the picture. Watch the weight-fit check.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05456"/>
            <a:ext cx="11018520" cy="3941064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70B weight-fit on one 80GB GPU (usable 72 GB)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70B fp16: weights 141.2 GB  -&gt; fits=False  (KV headroom -69.2 GB)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70B fp8 : weights  70.6 GB  -&gt; fits=True   (KV headroom  +1.4 GB)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minimum tensor-parallel size to fit weights: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fp16 -&gt; tp=2  (70.6 GB/GPU)        fp8 -&gt; tp=1  (70.6 GB/GPU)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141 GB does not fit 80 GB -&gt; shard weights with tensor parallelism (TP).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TP reads partial activations from every peer on every layer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-&gt; those GPUs need NVLink (900 GB/s on SXM), not PCIe.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04 · Failure 2 — buying FLOPs for a memory-bound workload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A tempting 'fix' for slow single-user decode: buy a higher-FLOP GPU.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Compare A100 vs H100 SXM at batch 1, then at saturating batch.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05456"/>
            <a:ext cx="11018520" cy="3941064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8B fp16 decode: A100 vs H100 SXM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batch   1: A100    127 tok/s | H100    209 tok/s  -&gt; H100 1.64×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batch 512: A100 19,427 tok/s | H100 61,613 tok/s  -&gt; H100 3.17×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FLOPs ratio      H100/A100 = 3.17×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Bandwidth ratio  H100/A100 = 1.64×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batch 1 (memory-bound): you only get the BANDWIDTH ratio —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the extra FLOPs sit idle. The 3.17× appears only once batching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makes decode compute-bound. Match the GPU to the regime.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Weights first, KV with the rest — that ratio is your concurrency ceiling; GQA makes long context affordable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Decode is memory-bound, prefill is compute-bound — same GPU, both sides of the roofline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The crossover batch is the FLOP:byte ridge — below it batching is free, above it only latency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Check weight-fit first — 70B fp16 (141 GB) mandates tensor parallelism + NVLink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Size from the binding constraint — KV cache vs ITL SLA picks the batch and the lever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The NVIDIA stack &amp;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H100 SXM vs PCIe, HBM3, NVLink — the capacity &amp; bandwidth specs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GQA + KV cache, FP8 (Transformer Engine), TRT-LLM continuous batching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MIG for multi-tenant partitioning (the 'multi-tenant' in the scenario)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resources.nvidia.com/en-us-tensor-core · docs.nvidia.com/tensorrt-llm/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Questions?</a:t>
            </a:r>
          </a:p>
          <a:p>
            <a:r>
              <a:rPr sz="2000">
                <a:solidFill>
                  <a:srgbClr val="76B900"/>
                </a:solidFill>
              </a:rPr>
              <a:t>Then open Lab 04 — labs/04-gpu-architecture/lab.ipynb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