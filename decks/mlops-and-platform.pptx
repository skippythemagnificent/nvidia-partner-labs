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— this is the capstone. The frame: an MLOps team runs a NIM cluster under load,</a:t>
            </a:r>
          </a:p>
          <a:p>
            <a:r>
              <a:t>Kubernetes is all green, and then p99 latency explodes anyway. The signal was there two</a:t>
            </a:r>
          </a:p>
          <a:p>
            <a:r>
              <a:t>minutes earlier in metrics nobody had on a board. We'll build the observability loop</a:t>
            </a:r>
          </a:p>
          <a:p>
            <a:r>
              <a:t>that catches it, then close the quality loop with a RAGAS regression gate. Fully</a:t>
            </a:r>
          </a:p>
          <a:p>
            <a:r>
              <a:t>offline: we replay a real-shaped Triton + DCGM scrape and a 30-minute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lab ties Labs 03 and 04 together: the KV-cache exhaustion from Lab 03 and the</a:t>
            </a:r>
          </a:p>
          <a:p>
            <a:r>
              <a:t>roofline from Lab 04 show up here as live metrics. The payoff is the alert lead time —</a:t>
            </a:r>
          </a:p>
          <a:p>
            <a:r>
              <a:t>the runway a leading indicator buys before the SLA breaks — and a closed quality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the green-until-it-isn't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incidents in one: a fast latency cliff and a slow quality drift. The fast one is the</a:t>
            </a:r>
          </a:p>
          <a:p>
            <a:r>
              <a:t>Lab 03 KV exhaustion playing out under real traffic; the slow one is why you need</a:t>
            </a:r>
          </a:p>
          <a:p>
            <a:r>
              <a:t>continuous evaluation, not just latency dashboards. Kubernetes health is necessary but</a:t>
            </a:r>
          </a:p>
          <a:p>
            <a:r>
              <a:t>nowhere near sufficient — the interesting signals are inside the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Prometheus scrapes this text on an interval. The distinction that matters downstream:</a:t>
            </a:r>
          </a:p>
          <a:p>
            <a:r>
              <a:t>counters only ever go up (you read their slope), gauges are instantaneous state. Call</a:t>
            </a:r>
          </a:p>
          <a:p>
            <a:r>
              <a:t>out that the KV-cache and queue gauges are exactly the Lab 03 exhaustion signals, and</a:t>
            </a:r>
          </a:p>
          <a:p>
            <a:r>
              <a:t>the DCGM GPU/SM metrics are the Lab 04 roofline signals — one board spans both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conceptual core of the lab. Latency is the symptom; KV-cache saturation is</a:t>
            </a:r>
          </a:p>
          <a:p>
            <a:r>
              <a:t>the cause, and it moves first. Alerting on the symptom means you're always too late.</a:t>
            </a:r>
          </a:p>
          <a:p>
            <a:r>
              <a:t>We'll measure the exact lead — it turns out to be two minutes, which is the difference</a:t>
            </a:r>
          </a:p>
          <a:p>
            <a:r>
              <a:t>between autoscaling ahead of the breach and writing a postmortem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Fully offline: it replays a sample scrape + a 30-min time series + nightly RAGAS runs.</a:t>
            </a:r>
          </a:p>
          <a:p>
            <a:r>
              <a:t>Every slide maps to a cell. With live infra, point the same code at PROMETHEUS_URL.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them: a single scrape (a snapshot) plus a time series (the movie). The SLOs are</a:t>
            </a:r>
          </a:p>
          <a:p>
            <a:r>
              <a:t>attached to the data. The incident is deterministic — engineered so the KV warning leads</a:t>
            </a:r>
          </a:p>
          <a:p>
            <a:r>
              <a:t>the TTFT breach by exactly 120s, which is the number the capstone recovers. Sparklines</a:t>
            </a:r>
          </a:p>
          <a:p>
            <a:r>
              <a:t>keep it dependency-free.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exposition format is simple once you see it: skip comments, regex out name + value.</a:t>
            </a:r>
          </a:p>
          <a:p>
            <a:r>
              <a:t>The peak scrape is alarming on its own — cache pinned at 0.99, 41 requests queued, TTFT</a:t>
            </a:r>
          </a:p>
          <a:p>
            <a:r>
              <a:t>p99 at 880ms. But a single scrape is a snapshot; to see the incident unfold you need</a:t>
            </a:r>
          </a:p>
          <a:p>
            <a:r>
              <a:t>change over time, which is the next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mental model: a counter's value is meaningless, its slope is everything — that's all</a:t>
            </a:r>
          </a:p>
          <a:p>
            <a:r>
              <a:t>rate() does. The three sparklines tell the whole story: load rises, KV cache saturates,</a:t>
            </a:r>
          </a:p>
          <a:p>
            <a:r>
              <a:t>then TTFT spikes, and the 503 failures appear only while the cache is pinned (the Lab 03</a:t>
            </a:r>
          </a:p>
          <a:p>
            <a:r>
              <a:t>exhaustion). The visual lead between the KV and TTFT curves is the alert we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lesson is cultural: the median reading is fine, so an average-based dashboard sails</a:t>
            </a:r>
          </a:p>
          <a:p>
            <a:r>
              <a:t>right past the incident. The tail — p95/p99 of the readings — is ~850–870ms, well past</a:t>
            </a:r>
          </a:p>
          <a:p>
            <a:r>
              <a:t>the 500ms SLO. You alert on the tail because that's where the angry users are. Linear</a:t>
            </a:r>
          </a:p>
          <a:p>
            <a:r>
              <a:t>interpolation is the standard percentile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breach window turns 'it was slow' into a precise timeline: start, end, duration, blast</a:t>
            </a:r>
          </a:p>
          <a:p>
            <a:r>
              <a:t>radius. 6.5 minutes, ~1,500 dropped requests. That last line is the setup for the</a:t>
            </a:r>
          </a:p>
          <a:p>
            <a:r>
              <a:t>capstone — the whole point is to get ahead of this window, not just describe it</a:t>
            </a:r>
          </a:p>
          <a:p>
            <a:r>
              <a:t>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headline of the lab: 120 seconds of warning — enough to autoscale or shed</a:t>
            </a:r>
          </a:p>
          <a:p>
            <a:r>
              <a:t>load before users notice. It's the difference between a dashboard that DESCRIBES an</a:t>
            </a:r>
          </a:p>
          <a:p>
            <a:r>
              <a:t>outage and one that PREVENTS it. The practical takeaway: put kv_cache_util and</a:t>
            </a:r>
          </a:p>
          <a:p>
            <a:r>
              <a:t>num_requests_waiting on the Grafana board next to latency, and page on the leading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incident, the slow one. Faithfulness slid from 0.94 to below the 0.85 gate by</a:t>
            </a:r>
          </a:p>
          <a:p>
            <a:r>
              <a:t>night 10. The gate is the trigger that closes the MLOps loop: observe → evaluate →</a:t>
            </a:r>
          </a:p>
          <a:p>
            <a:r>
              <a:t>retrain (NeMo Customizer) → redeploy. This is what turns evaluation from something you</a:t>
            </a:r>
          </a:p>
          <a:p>
            <a:r>
              <a:t>glance at into an automated control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as a checklist. The one thing to remember: the metric that tells you about an</a:t>
            </a:r>
          </a:p>
          <a:p>
            <a:r>
              <a:t>outage after it starts is the wrong one to alert on. Find the leading indicator, board</a:t>
            </a:r>
          </a:p>
          <a:p>
            <a:r>
              <a:t>it next to the symptom, and page on the leader. And don't forget quality drift — close</a:t>
            </a:r>
          </a:p>
          <a:p>
            <a:r>
              <a:t>the loop with continuous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lab to the real platform. The kube-prometheus-stack + DCGM Exporter is exactly</a:t>
            </a:r>
          </a:p>
          <a:p>
            <a:r>
              <a:t>what the Pulumi MonitoringStack component deploys in CLAUDE.md, and the additionalScrape</a:t>
            </a:r>
          </a:p>
          <a:p>
            <a:r>
              <a:t>config there points at the Triton :8002 endpoint. NeMo Customizer is the retrain target.</a:t>
            </a:r>
          </a:p>
          <a:p>
            <a:r>
              <a:t>Hand off to the notebook; the challenge adds a burn-rate alert and a multi-SLO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move to the hands-on portion. This is the series capstone — it ties the KV cache (Lab 03) and the roofline (Lab 04) into a live observability + quality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MLOps &amp; Platform</a:t>
            </a:r>
          </a:p>
          <a:p>
            <a:r>
              <a:rPr sz="2000">
                <a:solidFill>
                  <a:srgbClr val="76B900"/>
                </a:solidFill>
              </a:rPr>
              <a:t>Observability and the quality loop  ·  NVIDIA Partner Lab Series · Lab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Agenda &amp; 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problem: green dashboards, then a latency cliff nobody saw coming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Counters vs gauges; leading vs lagging indicators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step-by-step walkthrough of every notebook exercise — with worked examples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By the end you will be able to: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Parse a Triton :8002/metrics scrape and turn counters into rates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Compute tail percentiles and find the exact SLO-breach window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Measure the alert lead time a leading indicator buys you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Close the loop with a RAGAS gate that triggers a NeMo Customizer retrain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scenario — green dashboards, then a cliff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MLOps team runs a NIM cluster under production load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At the K8s layer everything is green — pods Running, no restarts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...until p99 latency explodes and support lights up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signal was there 2 minutes earlier, in metrics nobody boarded: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KV cache saturated, the queue backed up, then TTFT blew the SLO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Separately: nightly RAGAS faithfulness is drifting down, untracked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This capstone is the observability + quality loop that catches both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What to scrape — Prometheus exposition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Triton (the NIM) and the DCGM Exporter publish the Prometheus exposition format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# HELP/# TYPE comment lines, then `name{labels} value`, one per line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Counters (cumulative): request_success_total, generation_tokens_total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Gauges (point-in-time): gpu_cache_usage_perc, num_requests_waiting, ttft_p99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Triton :8002/metrics → KV cache + queue (Lab 03)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DCGM → GPU util, SM active, framebuffer used (the Lab 04 roofline signals)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Leading vs lagging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latency breach is a LAGGING signal — by the time TTFT blows the SLO, users hurt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good alert fires on a LEADING indicator that predicts the breach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Causal chain (Labs 03–04): cache fills → requests queue → first-token latency rises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Lead time = warning → breach = the runway on-call gets to act (scale, shed load)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Alert on the tail (p95/p99); page on the leader (KV saturation, queue depth)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06 — Notebook Walkthrough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Setup — the metrics replay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No GPU, no NIM. Replays the scrape + series in data/ (live swap: scrape PROMETHEUS_URL).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setup cell — the objects you'll use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RAW_SCRAPE = one :8002/metrics scrape (39 lines, peak t=1200s)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SAMPLES    = 61 samples @ 30s = 30 min (counters + gauges)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SLO        = {ttft_p99_ms: 500, itl_p99_ms: 50, kv_warn: 0.90}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EVAL       = 14 nightly RAGAS runs (faithfulness_gate 0.85)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sparkline(values) -&gt; inline unicode chart (no plotting lib)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series has an engineered load-spike incident built 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Exercise 1 — read the :8002/metrics scrape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Before a dashboard, turn one scrape's text into numbers.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For each line: strip; skip blanks and '#' comment lines.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Match name + optional {labels} + trailing value (regex given).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Store out[name] = float(value).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One series per name in this scrape; drop the labels.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single scrape at the incident peak (t=1200s)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parsed 13 metrics from 39 lines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gpu_cache_usage_perc        0.99   (KV cache pinned)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num_requests_waiting       41      (queue backed up)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time_to_first_token p99     0.88   (880 ms)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DCGM_FI_DEV_GPU_UTIL       99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DCGM_FI_PROF_SM_ACTIVE      0.93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 snapshot is already alarming — but you need the RATE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Exercise 2 — counters → 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Counters only go up; the value is noise, the SLOPE is signal.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184,223 means nothing; +1,635 over 30s means ~55 req/s.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That slope is exactly what PromQL rate() computes.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Each pair: (samples[i][key] − samples[i−1][key]) / step_s.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Returns a list of length n−1.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rates over the 30-min window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successful RPS : 20  -&gt;  55 (peak)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output tok/s   : 4,800  -&gt;  13,085 (peak)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failures/s     : peak 3.5  (503s on a full KV cache)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RPS   ▁▁▁▁▁▁▁▁▁▁▁▂▃▄▅▆██▇█▇██▇▇▆▅▄▂▁▁▁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KV    ▁▁▁▁▁▁▁▁▁▁▁▁▅▇▇▇████████████▆▅▃▂▁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TTFT  ▁▁▁▁▁▁▁▁▁▁▁▁▁▂▃▄▇▇▇█▇▇▇▇▆▅▃▂▁▁▁▁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KV curve rises BEFORE the TTFT curve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Exercise 3 — tail latency percentiles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Averages hide incidents; percentiles expose them.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p50 = the typical request; your SLA lives in the tail (p95, p99).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v = sorted(values); k = (len(v) − 1) × 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f = floor(k); c = min(f + 1, len − 1).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interpolate: v[f] + (v[c] − v[f]) × (k − f).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distribution of TTFT p99 readings (SLO 500 ms)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p50 (median reading) : 180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p95 of readings      : 850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p99 of readings      : 871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SLO                  : 500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most of the window is healthy at ~180 ms —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which is exactly why AVERAGING would miss this.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tail is where the SLO breaks -&gt; alert on the 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Exercise 4 — the SLO-breach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An alert isn't 'p99 is high now' — it's 'for how long, starting when'.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You want the contiguous window the metric violated its SLO.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breaching = [s['t_s'] for s in samples if s[key] &gt; threshold].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None if empty, else (min(breaching), max(breaching)).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Makes the incident timeline unambiguous in the postmortem.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TTFT p99 breach window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breached 500 ms from t=1080s to t=1470s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= 6 min 30s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peak TTFT p99 in window : 880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requests dropped (503s) : 1,532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 6.5-minute breach starting at minute 18,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~1,500 requests turned away.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postmortem question: could we have known sooner?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Exercise 5 — alert lead time (capstone)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Latency breach is LAGGING — users already hurt by then.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Alert on a LEADING indicator that predicts it.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KV cache saturates before latency climbs (the Labs 03–04 chain).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warn_t   = first t where kv_cache_util ≥ 0.90.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breach_t = first t where ttft_p99 &gt; 500.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lead = breach_t − warn_t.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alert lead time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KV-cache warning (&gt;= 0.90) first fired at  t=960s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TTFT p99 SLO breached at                   t=1080s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=&gt; alert lead time: 120s (2 min) of runway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Recommended alert: page when kv_cache_util &gt;= 0.90 for 1m.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It predicts the TTFT breach with ~2 min of lead —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vs alerting on TTFT itself, which is already too 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06 · Exercise 6 — close the loop (RAGAS gate)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Latency isn't the only thing that regresses — answer quality drifts too.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Nightly RAGAS tracks faithfulness (is the answer grounded in context?).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Cross the gate → trigger a NeMo Customizer retrain on a curated set.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Return the first run whose faithfulness &lt; gate, else None.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Turns evaluation from a dashboard into a closed control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RAGAS faithfulness over nightly runs (gate 0.85)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faithfulness  █▇█▇▆▆▅▄▃▂▁▂▁▁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⚠  run #10 (2026-05-10): faithfulness 0.83 &lt; 0.85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=&gt; trigger NeMo Customizer retrain on the curated set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(drifted 0.11 from baseline 0.94)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caught automatically — not by a user complaint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Counters need rates — a counter's value is noise; its slope (rate()) is the signal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Alert on the tail, page on the leader — p50 hides incidents; KV saturation bought 2 min of runway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One board, three layers — Triton (KV/queue), DCGM (GPU/SM), RAGAS (quality)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Ties back to Lab 03 (KV exhaustion → 503s) and Lab 04 (the roofline)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Close the loop — a RAGAS gate triggers a NeMo Customizer retrain → redeploy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NVIDIA stack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Triton metrics at :8002/metrics; DCGM Exporter for GPU-level signals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kube-prometheus-stack (Prometheus + Grafana + Alertmanager) — the Pulumi MonitoringStack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RAGAS for continuous faithfulness eval; NeMo Customizer for the retrain trigger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docs.nvidia.com/.../triton metrics · github.com/NVIDIA/dcgm-exporter · docs.ragas.io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  <a:p>
            <a:r>
              <a:rPr sz="2000">
                <a:solidFill>
                  <a:srgbClr val="76B900"/>
                </a:solidFill>
              </a:rPr>
              <a:t>Then open Lab 06 — labs/06-mlops-platform/lab.ipynb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