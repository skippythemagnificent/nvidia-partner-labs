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session is about the part of NIM deployment that the Helm chart doesn't</a:t>
            </a:r>
          </a:p>
          <a:p>
            <a:r>
              <a:t>cover: everything around it that actually breaks on day one. The framing is an on-call</a:t>
            </a:r>
          </a:p>
          <a:p>
            <a:r>
              <a:t>solutions engineer shipping an air-gapped, on-prem NIM under a hard deadline. We'll</a:t>
            </a:r>
          </a:p>
          <a:p>
            <a:r>
              <a:t>build the mental model, then walk the notebook — which is fully offline: no GPU, no</a:t>
            </a:r>
          </a:p>
          <a:p>
            <a:r>
              <a:t>live NIM, just real-shaped logs and small functions that turn them into a diagnosis.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tone: this is a troubleshooting lab, so the skill is reading evidence, not</a:t>
            </a:r>
          </a:p>
          <a:p>
            <a:r>
              <a:t>writing model code. The two ideas students under-rate: (1) profile auto-selection is</a:t>
            </a:r>
          </a:p>
          <a:p>
            <a:r>
              <a:t>deterministic and you can reproduce it, and (2) most 'NIM is broken' tickets are</a:t>
            </a:r>
          </a:p>
          <a:p>
            <a:r>
              <a:t>infrastructure — auth, capacity, or a mis-prepped cache —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in a concrete, believable deployment before any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failures are the spine of the lab, and they're the three that actually</a:t>
            </a:r>
          </a:p>
          <a:p>
            <a:r>
              <a:t>page people. Stress the air-gap constraint: offline mode removes the safety net of 'it</a:t>
            </a:r>
          </a:p>
          <a:p>
            <a:r>
              <a:t>will just download what it needs', so every mistake surfaces at startup on the</a:t>
            </a:r>
          </a:p>
          <a:p>
            <a:r>
              <a:t>customer's node. Everything we do is offline and reproducible from the data/ folder.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can't recognize a broken NIM until you know what a clean one says. Walk the four</a:t>
            </a:r>
          </a:p>
          <a:p>
            <a:r>
              <a:t>phases top to bottom — this is the order the log prints, and each phase is where one of</a:t>
            </a:r>
          </a:p>
          <a:p>
            <a:r>
              <a:t>our failures lives (pull happens before this log even starts; profile selection is</a:t>
            </a:r>
          </a:p>
          <a:p>
            <a:r>
              <a:t>phase 2; KV allocation is phase 3). Time-to-ready is the headline metric for a go-live</a:t>
            </a:r>
          </a:p>
          <a:p>
            <a:r>
              <a:t>runbook — it's mostly engine load and KV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Profile selection, the KV-cache ceiling, and offline mode — one per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lets you answer 'why did it pick fp16 when I paid for fp8?' The rules are</a:t>
            </a:r>
          </a:p>
          <a:p>
            <a:r>
              <a:t>a hard compatibility filter, then a preference ranking. The fp8/cc≥8.9 rule is the one</a:t>
            </a:r>
          </a:p>
          <a:p>
            <a:r>
              <a:t>that bites in this lab: the H100 dev box can run fp8, the A100 target cannot, so they</a:t>
            </a:r>
          </a:p>
          <a:p>
            <a:r>
              <a:t>resolve to different engines — remember that, it's the root of Failure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hardware reality behind a server that's healthy in the demo and falls over</a:t>
            </a:r>
          </a:p>
          <a:p>
            <a:r>
              <a:t>under real load. The cache is fixed at startup; concurrency is just the budget divided</a:t>
            </a:r>
          </a:p>
          <a:p>
            <a:r>
              <a:t>by per-request context. We'll compute the exact ceiling in the notebook and show it's</a:t>
            </a:r>
          </a:p>
          <a:p>
            <a:r>
              <a:t>far below the offered load. Lab 04 models this capacity story in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Offline mode turns a soft 'it'll fetch it' into a hard abort. Combine that with</a:t>
            </a:r>
          </a:p>
          <a:p>
            <a:r>
              <a:t>deterministic profile selection resolving differently per GPU, and you get a cache that</a:t>
            </a:r>
          </a:p>
          <a:p>
            <a:r>
              <a:t>loads fine on the bench and fails on delivery. The fix is procedural: prep against the</a:t>
            </a:r>
          </a:p>
          <a:p>
            <a:r>
              <a:t>target SKU, or pin NIM_MODEL_PROFILE so selection can't surprise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notebook is offline: it parses real-shaped logs, a profile manifest, and a cache</a:t>
            </a:r>
          </a:p>
          <a:p>
            <a:r>
              <a:t>manifest. Every slide here maps to a cell. Students predict each diagnosis before</a:t>
            </a:r>
          </a:p>
          <a:p>
            <a:r>
              <a:t>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them in the data. The three Pydantic models are the structured outputs each</a:t>
            </a:r>
          </a:p>
          <a:p>
            <a:r>
              <a:t>exercise returns — same shape whether the problem is auth, capacity, or cache. Point</a:t>
            </a:r>
          </a:p>
          <a:p>
            <a:r>
              <a:t>out dev box vs target GPUs in the deployment description; that contrast drives two of</a:t>
            </a:r>
          </a:p>
          <a:p>
            <a:r>
              <a:t>the three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regexes are scaffolding so the focus is the metric. parse_ts turns a log line into</a:t>
            </a:r>
          </a:p>
          <a:p>
            <a:r>
              <a:t>a datetime; subtract the first line from the 'Uvicorn running' line. Hold onto two</a:t>
            </a:r>
          </a:p>
          <a:p>
            <a:r>
              <a:t>numbers: the selected profile (fp8 on the H100) and kv_cache_tokens=117440 — both come</a:t>
            </a:r>
          </a:p>
          <a:p>
            <a:r>
              <a:t>back in the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reproduces the ngc_injector. Sanity check: it returns the healthy log's</a:t>
            </a:r>
          </a:p>
          <a:p>
            <a:r>
              <a:t>8835c31752fd for the H100, proving the model matches reality. The headline is that the</a:t>
            </a:r>
          </a:p>
          <a:p>
            <a:r>
              <a:t>H100 dev box gets fp8 and the A100 target gets fp16 — two different engines, two</a:t>
            </a:r>
          </a:p>
          <a:p>
            <a:r>
              <a:t>different sets of cache files. File that away for the air-gap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Encode the playbook as data, not branches: a rule table plus one matcher. The output is</a:t>
            </a:r>
          </a:p>
          <a:p>
            <a:r>
              <a:t>structured and uniform, which is what makes it usable in an alert or a runbook. Sanity</a:t>
            </a:r>
          </a:p>
          <a:p>
            <a:r>
              <a:t>check it returns 'unknown' on the healthy log. Now we point it at the three broken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common first-day NIM failure, and it never reaches the model. The 401 from</a:t>
            </a:r>
          </a:p>
          <a:p>
            <a:r>
              <a:t>nvcr.io is decisive: no valid registry credential. Tie it back to infra — this is the</a:t>
            </a:r>
          </a:p>
          <a:p>
            <a:r>
              <a:t>ngc-secret the Pulumi NimCluster component wires up; the usual bug is wrong namespace,</a:t>
            </a:r>
          </a:p>
          <a:p>
            <a:r>
              <a:t>wrong secret name, or a stale NGC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Diagnose first, then prove why with arithmetic. The server holds 28 full-context</a:t>
            </a:r>
          </a:p>
          <a:p>
            <a:r>
              <a:t>requests; the customer drove 64, so 36 get 503s. The lesson: max_num_seqs is not your</a:t>
            </a:r>
          </a:p>
          <a:p>
            <a:r>
              <a:t>capacity — the KV token budget is. Walk the fix ladder cheapest-first; adding GPUs is</a:t>
            </a:r>
          </a:p>
          <a:p>
            <a:r>
              <a:t>the last resort. This is exactly the Lab 04 capacity model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go-live-killer, and it's a set difference. The cache holds the H100/fp8 engine; the</a:t>
            </a:r>
          </a:p>
          <a:p>
            <a:r>
              <a:t>A100 resolves to the fp16 profile whose files were never on the media. The fix is to</a:t>
            </a:r>
          </a:p>
          <a:p>
            <a:r>
              <a:t>prep the cache against the CUSTOMER's SKU — or pin NIM_MODEL_PROFILE so selection is</a:t>
            </a:r>
          </a:p>
          <a:p>
            <a:r>
              <a:t>not a surprise. This is the line item that ships the federal deal.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Synthesize the three failures into a pre-flight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they screenshot. Each item maps to one failure we reproduced. The</a:t>
            </a:r>
          </a:p>
          <a:p>
            <a:r>
              <a:t>meta-point: a NIM deployment is a systems problem — auth, capacity, packaging — and the</a:t>
            </a:r>
          </a:p>
          <a:p>
            <a:r>
              <a:t>log tells you which. Reading it methodically beats 'prompt it harder'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as a checklist. If they remember one thing: when a NIM won't serve, read the</a:t>
            </a:r>
          </a:p>
          <a:p>
            <a:r>
              <a:t>startup log before you touch the model — the failure is almost always GPU, profile,</a:t>
            </a:r>
          </a:p>
          <a:p>
            <a:r>
              <a:t>capacity, or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the lab to the real tooling. The Pulumi NimCluster from CLAUDE.md is where the</a:t>
            </a:r>
          </a:p>
          <a:p>
            <a:r>
              <a:t>ngc-secret and Helm release live; the nim CLI utilities are how you inspect profiles and</a:t>
            </a:r>
          </a:p>
          <a:p>
            <a:r>
              <a:t>prep caches. Hand off to the notebook — learners run diagnose() against each broken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questions, then move to the hands-on portion. Remind them the learner notebook's TODO stubs fail loudly until completed; solutions/ has the worked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NIM Deployment &amp; Troubleshooting</a:t>
            </a:r>
          </a:p>
          <a:p>
            <a:r>
              <a:rPr sz="2000">
                <a:solidFill>
                  <a:srgbClr val="76B900"/>
                </a:solidFill>
              </a:rPr>
              <a:t>On-prem, air-gapped, on-call  ·  NVIDIA Partner Lab Series · Lab 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Agenda &amp; 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problem: the chart deploys, but the pod won't serve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How to read a NIM startup log — GPU, profile, KV cache, ready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step-by-step walkthrough of every notebook exercise — with worked examples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By the end you will be able to: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Measure time-to-ready and explain the auto-selected TRT-LLM profile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Root-cause the three classic first-day failures from their log signatures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Compute the KV-cache concurrency ceiling that causes HTTP 503s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Prep an air-gapped cache against the right GPU SKU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scenario — an air-gapped federal go-live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An ISV ships its first on-prem NIM to an air-gapped federal customer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No internet, no NGC at runtime, a hard go-live date on Friday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They have a Helm chart and an API key — that's the easy part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What sinks it is everything around the chart: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 pull secret that 401s; a server that looks healthy until traffic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exhausts its KV cache; an offline cache prepped on the wrong GPU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You're the on-call SE. The job is reading logs, not guessing.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What a healthy NIM startup narrates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1 · GPU detection — which device(s), and their compute capability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2 · Profile auto-selection — ngc_injector picks the best TRT-LLM engine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 line that decides your throughput — and tells you why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3 · Engine + KV-cache allocation — reports the token budget (caps concurrency)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4 · Ready — Triton up, then 'Uvicorn running' = endpoint live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Time-to-ready = first line → 'Uvicorn running'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Three Concepts You'll Need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Profile auto-selection is deterministic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 NIM ships one engine per profile: GPU family × precision × tp × goal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nim list-model-profiles prints the manifest; ngc_injector picks one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hard filters: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GPU family must match (or fall back to portable 'any'/vLLM)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tensor-parallel size must fit: tp ≤ GPU count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fp8 requires compute capability ≥ 8.9 (Hopper/Ada) — A100 (sm80) can't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Among survivors: TRT-LLM &gt; vLLM, then fp8 &gt; fp16, then larger tp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KV cache caps concurrency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Each in-flight request holds a KV-cache slice for every token of context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cache is a fixed token budget set at startup (kv_cache_tokens)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Full-context capacity = kv_cache_tokens // max_model_len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Exceed it and new requests are rejected with HTTP 503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max_num_seqs is a configured number — but the token budget binds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Air-gapped offline mode has no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With NIM_OFFLINE=1 the server must materialize its engine from local cache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There is no download-from-NGC fallback — what's on the media is all you have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trap: the dev box and the target resolve to different profiles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a cache prepped on an H100 is missing the A100 target's engine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Prep download-to-cache against the customer's GPU SKU, not yours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Lab 03 — Notebook Walkthrough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03 · Setup — what the notebook 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No GPU, no NIM, no key. Everything loads from data/ produced by generate.py.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21408"/>
            <a:ext cx="11018520" cy="4325112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setup cell — the objects you'll use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LOGS    = 4 samples: startup_healthy, ngc_auth_failure,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kv_cache_exhaustion, airgapped_offline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PROFILES= 6 profiles for meta/llama-3.1-8b-instruct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CACHE   = air-gapped cache manifest (what's on the media)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DEPLOYMENT = dev_box_gpu (H100) vs airgapped_target_gpu (A100)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MAX_MODEL_LEN  = 4096    # tokens reserved per request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FP8_MIN_COMPUTE = 8.9    # fp8 needs Hopper/Ada (A100=sm80)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returns: StartupReport, ProfileChoice, Diagnosis (Pydantic)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03 · Exercise 1 — parse the healthy startup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Field regexes (GPU, profile, precision, KV) are given.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You add the measure that matters: time-to-ready.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1.  start = parse_ts(lines[0]).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2.  ready = parse_ts(line containing 'Uvicorn running').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3.  time_to_ready_s = round((ready - start).total_seconds(), 3).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This is the number you quote in a go-live runbook.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startup_healthy.log -&gt; StartupReport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GPU 0: NVIDIA H100 80GB HBM3 | cc 9.0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Selected profile: 8835c31752fd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(tensorrt_llm-h100-fp8-tp1-throughput)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precision=fp8  tp=1   KV max 117440 tokens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time_to_ready_s = 148.043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ttft_ms         = 243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148s is mostly engine load + KV allocation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03 · Exercise 2 — reproduce profile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compatible(p): GPU family match, tp ≤ count, fp8 needs cc ≥ 8.9.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profile_score: TRT-LLM &gt; fp8 &gt; larger tp (higher = more optimized).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1.  candidates = [p for p in profiles if compatible(p, det)].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2.  none compatible → return None.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3.  best = max(candidates, key=profile_score) → ProfileChoice.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Dev box and target resolve to DIFFERENT profiles.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select_profile — dev box vs target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dev box (h100 x1): 8835c31752fd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  tensorrt_llm fp8  tp1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target  (a100 x1): 6f1ac2d40b77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  tensorrt_llm fp16 tp1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A100 is sm80 -&gt; can't run fp8 -&gt; drops to fp16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different GPUs need DIFFERENT cache artifacts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(the seed of Failure 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03 · Exercise 3 — from log to diagnosis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On-call work is pattern matching: signature → root cause → fix.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KNOWN_FAILURES is a rule table (signatures, root_cause, fix).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1.  first rule whose ANY signature appears in the log.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2.  evidence = first log line containing that signature.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3.  return Diagnosis(failure, root_cause, fix, evidence).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No match → Diagnosis(failure='unknown').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the rule table (3 signatures)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ngc_auth          : '401 Unauthorized'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   'ImagePullBackOff'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kv_cache_exhaust  : '0 free KV cache blocks'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airgap_cache_miss : 'Cannot materialize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            engine offline'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one diagnose() -&gt; same Diagnosis shape for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auth, capacity, or a bad cache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03 · Failure 1 — the pod that won't pull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The chart deploys but the pod is stuck 0/1 — ImagePullBackOff.</a:t>
            </a:r>
          </a:p>
          <a:p>
            <a:pPr>
              <a:spcAft>
                <a:spcPts val="300"/>
              </a:spcAft>
            </a:pPr>
            <a:r>
              <a:rPr sz="1600">
                <a:solidFill>
                  <a:srgbClr val="161A1D"/>
                </a:solidFill>
              </a:rPr>
              <a:t>This has nothing to do with the model; the node can't pull the image.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05456"/>
            <a:ext cx="11018520" cy="3941064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diagnose(ngc_auth_failure)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failure : ngc_auth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evidence: pulling from host nvcr.io failed with status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code [manifests 1.3.0]: 401 Unauthorized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Root cause: the kubelet has no valid nvcr.io credential —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the image pull secret (ngc-secret) is missing or stale.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Fix: recreate the docker-registry secret, username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'$oauthtoken' + a current NGC key; reference it in the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pod's imagePullSecrets. (This is the Pulumi NimCluster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ngc-secret — verify it exists in the right namespace.)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03 · Failure 2 — healthy until it isn't (KV cache)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Started clean, served the demo, then HTTP 503 under real load.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Each request reserves up to max_model_len (4096) tokens.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ceiling = kv_cache_tokens // max_model_len.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117440 // 4096 = 28 concurrent at full context.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max_num_seqs=48 was configured — a red herring.</a:t>
            </a:r>
          </a:p>
          <a:p>
            <a:pPr lvl="1">
              <a:spcAft>
                <a:spcPts val="700"/>
              </a:spcAft>
            </a:pPr>
            <a:r>
              <a:rPr sz="1400">
                <a:solidFill>
                  <a:srgbClr val="4A4A4A"/>
                </a:solidFill>
              </a:rPr>
              <a:t>–  The token budget binds before that number ever does.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the capacity math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diagnosis: kv_cache_exhaustion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evidence : req rejected: 0 free KV cache blocks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      (max_num_seqs=48, max_model_len=4096)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117440 tokens // 4096 per req = 28 concurrent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offered load            = 64 concurrent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-&gt; 36 requests over the ceiling =&gt; 503s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fixes (cheapest first): cap concurrency / queue;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lower max_model_len; raise gpu_mem_util; add GPU (tp=2)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1A1D"/>
                </a:solidFill>
              </a:rPr>
              <a:t>Lab 03 · Failure 3 — the air-gapped cache mismatch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NIM_OFFLINE=1: materialize the engine from cache, no NGC fallback.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Trap: dev box resolved fp8; the A100 target resolves fp16.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So the cache prepped on the dev box lacks the target's engine.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161A1D"/>
                </a:solidFill>
              </a:rPr>
              <a:t>missing = sorted(set(required) - set(present)).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76B900"/>
                </a:solidFill>
              </a:rPr>
              <a:t>Prep download-to-cache against the TARGET GPU's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5029200"/>
          </a:xfrm>
          <a:prstGeom prst="roundRect">
            <a:avLst/>
          </a:prstGeom>
          <a:solidFill>
            <a:srgbClr val="16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128016" bIns="91440"/>
          <a:lstStyle/>
          <a:p>
            <a:pPr algn="ctr"/>
            <a:r>
              <a:rPr sz="1250" b="1">
                <a:solidFill>
                  <a:srgbClr val="76B900"/>
                </a:solidFill>
                <a:latin typeface="Consolas"/>
              </a:rPr>
              <a:t>missing_artifacts(required, present)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diagnosis: airgap_cache_miss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cache prepared on: H100 80GB HBM3 (dev workstation)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target needs profile 6f1ac2d40b77 (fp16 tp1)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missing: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models/6f1ac2d40b77/config.json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models/6f1ac2d40b77/rank0.engine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Fix: nim download-to-cache --profile 6f1ac2d40b77</a:t>
            </a:r>
          </a:p>
          <a:p>
            <a:r>
              <a:rPr sz="1150">
                <a:solidFill>
                  <a:srgbClr val="E8F2D8"/>
                </a:solidFill>
                <a:latin typeface="Consolas"/>
              </a:rPr>
              <a:t>     on a connected host, re-copy media, redeploy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B9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Go-Live Runbook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A NIM go-live pre-flight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Confirm ngc-secret exists in the right namespace before deploying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Read the startup log top to bottom: GPU → profile → KV → Uvicorn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Check the auto-selected profile matches what you paid for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pin NIM_MODEL_PROFILE when you can't risk a surprise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Size concurrency from kv_cache_tokens // max_model_len; add a queue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Prep the offline cache against the CUSTOMER's GPU SKU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76B900"/>
                </a:solidFill>
              </a:rPr>
              <a:t>All three failures are infrastructure — the model was never the problem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Read the startup log: time-to-ready and the selected profile decide throughput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Profile auto-selection is deterministic — GPU family, tp ≤ count, fp8 needs cc ≥ 8.9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The KV cache caps concurrency: kv_cache_tokens // max_model_len, then 503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Air-gapped caches are GPU-specific: prep against the target SKU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Override with NIM_MODEL_PROFILE; size with a queue; verify the pull secret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61A1D"/>
                </a:solidFill>
              </a:rPr>
              <a:t>The NVIDIA stack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2926080" cy="381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NIM Helm chart + NGC pull secret (the Pulumi NimCluster component)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nim list-model-profiles · download-to-cache · NIM_MODEL_PROFILE · NIM_OFFLINE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61A1D"/>
                </a:solidFill>
              </a:rPr>
              <a:t>•  Triton Inference Server underneath every NIM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docs.nvidia.com/nim/large-language-models/latest/</a:t>
            </a:r>
          </a:p>
          <a:p>
            <a:pPr lvl="1">
              <a:spcAft>
                <a:spcPts val="800"/>
              </a:spcAft>
            </a:pPr>
            <a:r>
              <a:rPr sz="1700">
                <a:solidFill>
                  <a:srgbClr val="4A4A4A"/>
                </a:solidFill>
              </a:rPr>
              <a:t>–  Deployment &amp; air-gapped guide · utilities (profiles &amp; cache)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Questions?</a:t>
            </a:r>
          </a:p>
          <a:p>
            <a:r>
              <a:rPr sz="2000">
                <a:solidFill>
                  <a:srgbClr val="76B900"/>
                </a:solidFill>
              </a:rPr>
              <a:t>Then open Lab 03 — labs/03-nim-deployment/lab.ipynb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