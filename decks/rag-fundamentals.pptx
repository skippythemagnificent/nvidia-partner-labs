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session builds the mental model behind Lab 01: the retrieval half of RAG.</a:t>
            </a:r>
          </a:p>
          <a:p>
            <a:r>
              <a:t>The throughline — a RAG system is only as good as what its retriever surfaces, and most</a:t>
            </a:r>
          </a:p>
          <a:p>
            <a:r>
              <a:t>'the LLM is hallucinating' problems are actually retrieval problems. We'll see exactly</a:t>
            </a:r>
          </a:p>
          <a:p>
            <a:r>
              <a:t>where a naive pipeline cracks and fix each crack with something measurable. Everything</a:t>
            </a:r>
          </a:p>
          <a:p>
            <a:r>
              <a:t>maps to NVIDIA NeMo Retriever NIMs, but the ideas are model-agnostic. Reranking is the</a:t>
            </a:r>
          </a:p>
          <a:p>
            <a:r>
              <a:t>sequel (Lab 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concept-first, but everything we discuss is something they will run in</a:t>
            </a:r>
          </a:p>
          <a:p>
            <a:r>
              <a:t>the notebook. Emphasize the two objectives students under-rate: (1) retrieval is</a:t>
            </a:r>
          </a:p>
          <a:p>
            <a:r>
              <a:t>measurable, and (2) the failures are systematic, not random. Promise them they'll leave</a:t>
            </a:r>
          </a:p>
          <a:p>
            <a:r>
              <a:t>able to read a RAG bug report and guess the root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the lecture in a concrete, believable failure before any theory.</a:t>
            </a:r>
          </a:p>
          <a:p>
            <a:r>
              <a:t>Problem → hypothesis → concept → fix →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scenario that opens the lab. The key observation: the system retrieves the</a:t>
            </a:r>
          </a:p>
          <a:p>
            <a:r>
              <a:t>right *neighborhood* but not the right *passage*. Ask the room: 'if the answer text never</a:t>
            </a:r>
          </a:p>
          <a:p>
            <a:r>
              <a:t>makes it into the prompt, can any model answer correctly?' No. That reframes RAG</a:t>
            </a:r>
          </a:p>
          <a:p>
            <a:r>
              <a:t>debugging as a retrieval problem — which is the whole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pipeline left to right and stress that it's a chain — the weakest link caps</a:t>
            </a:r>
          </a:p>
          <a:p>
            <a:r>
              <a:t>quality. Most teams obsess over the last box (the LLM / prompt) and ignore the first</a:t>
            </a:r>
          </a:p>
          <a:p>
            <a:r>
              <a:t>four. The lab deliberately walks the chain from the left. 'Assemble context' is where</a:t>
            </a:r>
          </a:p>
          <a:p>
            <a:r>
              <a:t>grounding and citations happen, but garbage in = garbage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frequent stakeholder question: 'why not just fine-tune the model on our docs?' The</a:t>
            </a:r>
          </a:p>
          <a:p>
            <a:r>
              <a:t>crisp answer: facts go stale, behavior doesn't. RAG decouples knowledge from weights, so</a:t>
            </a:r>
          </a:p>
          <a:p>
            <a:r>
              <a:t>a policy change is a re-index, not a retrain. Citations are a sleeper benefit — regulated</a:t>
            </a:r>
          </a:p>
          <a:p>
            <a:r>
              <a:t>industries need to show where an answer came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walk the pipeline and break it on purpose at each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single most under-appreciated knob in RAG. Spell out the failure: a 140-char window</a:t>
            </a:r>
          </a:p>
          <a:p>
            <a:r>
              <a:t>splits 'set NIM_ENABLE_KV_CACHE_REUSE to 1' so the variable name and its value land in</a:t>
            </a:r>
          </a:p>
          <a:p>
            <a:r>
              <a:t>different chunks; the retriever returns the lexically strong half and misses the value.</a:t>
            </a:r>
          </a:p>
          <a:p>
            <a:r>
              <a:t>Sentence-aware chunking keeps them together. The 50→75 jump is the headline — purely</a:t>
            </a:r>
          </a:p>
          <a:p>
            <a:r>
              <a:t>from chunking, same embeddings, same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embeddings simply, then hit the asymmetry hard because it's a real-world footgun.</a:t>
            </a:r>
          </a:p>
          <a:p>
            <a:r>
              <a:t>On the real NIM, omitting input_type is rejected; on a symmetric model it 'works' and</a:t>
            </a:r>
          </a:p>
          <a:p>
            <a:r>
              <a:t>quietly tanks recall. The lab triggers this on purpose. Rule: every embed call states</a:t>
            </a:r>
          </a:p>
          <a:p>
            <a:r>
              <a:t>whether it's embedding a query or a passage. Index passages, search with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Cosine compares direction, not magnitude — right for normalized embeddings. Call out the</a:t>
            </a:r>
          </a:p>
          <a:p>
            <a:r>
              <a:t>real bug fixed in the shared code: the vector store defaulted to L2; for normalized</a:t>
            </a:r>
          </a:p>
          <a:p>
            <a:r>
              <a:t>vectors that is not cosine, so it must be set explicitly. Then connect to top-K: more K =</a:t>
            </a:r>
          </a:p>
          <a:p>
            <a:r>
              <a:t>more recall but more tokens and more distractors. That tension sets up reranking (Lab 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Hammer the culture point: measure retrieval before you touch the prompt. Hit-rate is a</a:t>
            </a:r>
          </a:p>
          <a:p>
            <a:r>
              <a:t>labeled, exact-substring check — cheap and reproducible. Show that the fix is visible as</a:t>
            </a:r>
          </a:p>
          <a:p>
            <a:r>
              <a:t>a number, not a vibe. This is also how you defend changes to stakeholders.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We've covered the 'why'. Now we walk the notebook cell by cell — the functions the</a:t>
            </a:r>
          </a:p>
          <a:p>
            <a:r>
              <a:t>learner writes, a worked example for each, and the exact number it produces. Every slide</a:t>
            </a:r>
          </a:p>
          <a:p>
            <a:r>
              <a:t>from here maps to a cell; have them predict each result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them in the file. The eval set is the hero prop: each question ships with a</a:t>
            </a:r>
          </a:p>
          <a:p>
            <a:r>
              <a:t>verbatim answer_span, which is what makes retrieval measurable later without an LLM</a:t>
            </a:r>
          </a:p>
          <a:p>
            <a:r>
              <a:t>judge. Point out the named constants — these are the knobs we'll turn. The mock runs with</a:t>
            </a:r>
          </a:p>
          <a:p>
            <a:r>
              <a:t>no GPU and no key; the first embed call is slow because it lazily loads the local MiniLM</a:t>
            </a:r>
          </a:p>
          <a:p>
            <a:r>
              <a:t>model, then it's milliseconds.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simplest possible chunker and the one the startup used. Walk the trace out loud — a</a:t>
            </a:r>
          </a:p>
          <a:p>
            <a:r>
              <a:t>window sliding left to right, jumping by the step. With overlap 0 the windows are back to</a:t>
            </a:r>
          </a:p>
          <a:p>
            <a:r>
              <a:t>back. Stress that it is trivial and perfectly even, and that its only flaw is that it</a:t>
            </a:r>
          </a:p>
          <a:p>
            <a:r>
              <a:t>ignores meaning — exactly the flaw we weaponize two slides from now. Overlap is the knob</a:t>
            </a:r>
          </a:p>
          <a:p>
            <a:r>
              <a:t>that softens boundaries, defaulted to 0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teaching points. First, batching: input takes a list, so all chunks go in one</a:t>
            </a:r>
          </a:p>
          <a:p>
            <a:r>
              <a:t>request — far faster than one call each. Second, timed_call is the curriculum's habit —</a:t>
            </a:r>
          </a:p>
          <a:p>
            <a:r>
              <a:t>every NIM call prints its latency, because in Lab 06 latency becomes an SLA. The common</a:t>
            </a:r>
          </a:p>
          <a:p>
            <a:r>
              <a:t>mistake is calling the function first and passing the result; you pass the callable and</a:t>
            </a:r>
          </a:p>
          <a:p>
            <a:r>
              <a:t>its kwargs. And the asymmetry rule returns: passage to index, query to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gloss the 'given' code — it's the whole first stage of RAG in eight lines. Call out</a:t>
            </a:r>
          </a:p>
          <a:p>
            <a:r>
              <a:t>the real bug fixed in the shared store: it defaulted to L2, which is not cosine for</a:t>
            </a:r>
          </a:p>
          <a:p>
            <a:r>
              <a:t>normalized vectors, so it's configured for cosine space explicitly. Scores land roughly</a:t>
            </a:r>
          </a:p>
          <a:p>
            <a:r>
              <a:t>0.4–0.8 for relevant hits. Then tee up the tension: bigger K means more recall but more</a:t>
            </a:r>
          </a:p>
          <a:p>
            <a:r>
              <a:t>tokens and more distractors — which is what reranking later resolves.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footgun that bit the startup first — they embedded queries and passages identically.</a:t>
            </a:r>
          </a:p>
          <a:p>
            <a:r>
              <a:t>The lesson is about silent failure: the most expensive bugs throw no exception. On the</a:t>
            </a:r>
          </a:p>
          <a:p>
            <a:r>
              <a:t>mock (symmetric MiniLM) it returns a fine-looking vector, which is exactly why it's</a:t>
            </a:r>
          </a:p>
          <a:p>
            <a:r>
              <a:t>dangerous. Rule to remember: every embed call states query or passage,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Hammer the culture point: measure retrieval before you touch the prompt — the generator</a:t>
            </a:r>
          </a:p>
          <a:p>
            <a:r>
              <a:t>can only be as good as the context it's handed. Hit-rate is a labeled, exact-substring</a:t>
            </a:r>
          </a:p>
          <a:p>
            <a:r>
              <a:t>check, so it's cheap, reproducible, and defensible to stakeholders. The 50% baseline is</a:t>
            </a:r>
          </a:p>
          <a:p>
            <a:r>
              <a:t>the villain of the lab; the rest of the notebook moves that number, with a metric to</a:t>
            </a:r>
          </a:p>
          <a:p>
            <a:r>
              <a:t>prove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and ask for a hypothesis first — the right document is clearly in the corpus, so</a:t>
            </a:r>
          </a:p>
          <a:p>
            <a:r>
              <a:t>why the miss? Then show the shredding. This is the 'adjacent chunk' the support agents</a:t>
            </a:r>
          </a:p>
          <a:p>
            <a:r>
              <a:t>complained about, made concrete: the retriever returns the neighbouring fragment, not the</a:t>
            </a:r>
          </a:p>
          <a:p>
            <a:r>
              <a:t>answer. A chunking failure masquerading as a retrieval or model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diagnosis drove the fix: chunk on meaning, not character count. Greedily pack whole</a:t>
            </a:r>
          </a:p>
          <a:p>
            <a:r>
              <a:t>sentences until the next one would blow the budget, then start a new chunk. The '+1' is</a:t>
            </a:r>
          </a:p>
          <a:p>
            <a:r>
              <a:t>the space between sentences. Crucially we hold the embedding model and K constant, so any</a:t>
            </a:r>
          </a:p>
          <a:p>
            <a:r>
              <a:t>change in hit-rate is attributable to chunking alone — clean experimental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headline number of the whole lab: 50 to 75 percent, no model swap, no extra K, just a</a:t>
            </a:r>
          </a:p>
          <a:p>
            <a:r>
              <a:t>smarter chunk boundary. q08 flipping from miss to hit is the payoff of the failure-2</a:t>
            </a:r>
          </a:p>
          <a:p>
            <a:r>
              <a:t>diagnosis. Be honest that some questions still miss — q10 in particular — and that those</a:t>
            </a:r>
          </a:p>
          <a:p>
            <a:r>
              <a:t>are ranking problems, not chunking problems: the perfect handoff to Lab 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teaser to the next deck. The bi-encoder scored query and passage separately, so it</a:t>
            </a:r>
          </a:p>
          <a:p>
            <a:r>
              <a:t>never noticed the word 'warm' contradicts the cold-start passage. That blindness is</a:t>
            </a:r>
          </a:p>
          <a:p>
            <a:r>
              <a:t>inherent to how bi-encoders work — and it's exactly what a cross-encoder reranker fixes.</a:t>
            </a:r>
          </a:p>
          <a:p>
            <a:r>
              <a:t>End Lab 01 here and point at reranking.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punchline for partners: even the fundamentals are just NIMs behind a familiar API.</a:t>
            </a:r>
          </a:p>
          <a:p>
            <a:r>
              <a:t>Start on build.nvidia.com (API Catalog) with just a key — no GPU — then move the same</a:t>
            </a:r>
          </a:p>
          <a:p>
            <a:r>
              <a:t>code to on-prem NIMs via Helm when data residency or scale demands it. The lab runs</a:t>
            </a:r>
          </a:p>
          <a:p>
            <a:r>
              <a:t>against a local mock so nobody is blocked on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as a checklist they can apply Monday morning. If they remember one thing: when a</a:t>
            </a:r>
          </a:p>
          <a:p>
            <a:r>
              <a:t>RAG answer is wrong, look at what was retrieved before you blame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off to the lab. The learner notebook has guided Concept + Walkthrough sections and</a:t>
            </a:r>
          </a:p>
          <a:p>
            <a:r>
              <a:t>TODO stubs that fail loudly until completed; the solutions/ copy is the worked answer.</a:t>
            </a:r>
          </a:p>
          <a:p>
            <a:r>
              <a:t>Encourage them to predict each failure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questions, then move to the hands-on portion. Reranking is the sequel — Lab 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RAG Fundamentals</a:t>
            </a:r>
          </a:p>
          <a:p>
            <a:r>
              <a:rPr sz="2000">
                <a:solidFill>
                  <a:srgbClr val="76B900"/>
                </a:solidFill>
              </a:rPr>
              <a:t>Chunk → embed → index → retrieve → generate  ·  NVIDIA Partner Lab Series · Lab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Agenda &amp; learning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The problem: why production RAG returns 'almost right' answers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The RAG pipeline: chunk → embed → index → retrieve → generate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 step-by-step walkthrough of every notebook exercise — with worked examples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By the end you will be able to: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Explain why chunking and embedding choices decide retrieval quality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Diagnose two footguns: boundary splits and the asymmetric embedder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Measure retrieval with hit-rate — not vibes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Place NV-EmbedQA in a production NIM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The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The failure we'll reproduce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 Series A developer-tools startup ships RAG over its support docs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CSAT drops 12% in the first week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Agents get 'adjacent' chunks — close to the answer, but not the answer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The right neighborhood is retrieved, but not the right passage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That's not the LLM's fault — the answer never reached its context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What is RAG, in one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Retrieval-Augmented Generation = look up relevant text, then let the LLM answer from it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Pipeline:  chunk  →  embed  →  index  →  retrieve  →  assemble context  →  generate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Each stage can silently drop the answer before the LLM ever sees it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Our job: find which stage, prove it with a metric, fix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Why RAG instead of fine-tuning?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Knowledge that changes often — policies, prices, docs — belongs in an index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Update a document, re-embed it; no retraining, no GPU training run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Fine-tuning earns its keep for changing behavior and format, not injecting facts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RAG also gives you citations and an audit trail the business can trust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Lab 01 — RAG Fundamentals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Chunking is a retrieval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 chunk is the smallest unit retrieval can return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If the answer is split across two chunks, no single result contains it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Fixed-size chunking (every N chars) is simple but cuts through meaning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Sentence-aware chunking keeps a complete thought — and its answer — intact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Lab 01 result: switching chunkers moved retrieval hit-rate 50% → 75% — no model change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Embeddings &amp; the asymmetric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An embedding maps text to a vector; similar meaning → nearby vectors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NeMo Retriever's NV-EmbedQA-E5-v5 is ASYMMETRIC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Questions and passages are encoded by different 'sides' of the model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You MUST declare the role: input_type='query' vs input_type='passage'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Omit it and similarity becomes noise — a SILENT failure, not an error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Vector search &amp; cosine similarity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Store passage vectors in a vector index (ChromaDB locally, pgvector in prod)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Rank by cosine similarity — the angle between query and passage vectors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Configure the store for cosine space explicitly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A store left on its Euclidean default ranks normalized vectors differently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Retrieve top-K chunks, concatenate into the prompt as grounded context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Measure retrieval — don't guess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Retrieval@K hit-rate: fraction of questions whose answer is in the top-K chunks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Deterministic, offline, no LLM judge required — perfect for a baseline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Lab 01 baseline (fixed chunks): 50%  →  sentence-aware: 75%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If hit-rate is low, the generator cannot save you — fix retrieval first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Lab 01 — Notebook Walkthrough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01 · Setup — what the notebook loads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The setup cell puts the repo root on the path, loads the corpus and the labeled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eval set, and initializes the embedding client. Runs in a few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505456"/>
            <a:ext cx="11018520" cy="3941064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setup cell — the objects you'll use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CORPUS = 50 NVIDIA dev-doc excerpts        (d01 … d50)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EVAL   = 12 labeled questions              (q01 … q12)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     each carries a verbatim answer_span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FIXED_CHUNK_CHARS  = 140   # naive baseline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SENTENCE_MAX_CHARS = 320   # sentence-aware budget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RETRIEVAL_TOP_K    = 3     # chunks fed to the LLM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embed_client = get_embed_client()   # NV-EmbedQA NIM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EMBED_MODEL  = 'nvidia/nv-embedqa-e5-v5'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console &gt;  corpus: 50 docs | eval: 12 questions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       mock mode: True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01 · Exercise 1 — fixed-size chunking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Goal: cut text into windows of `size` chars, stepping size − overlap.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1.  Start at i = 0 with an empty chunks list.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2.  Append text[i : i + size].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3.  Advance i by (size − overlap).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4.  Repeat while i &lt; len(text).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76B900"/>
                </a:solidFill>
              </a:rPr>
              <a:t>A short trailing chunk is expected — don't pad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trace: "ABCDEFG", size=4, overlap=0  (step = 4)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iter   i   text[i:i+4]   next i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1    0   'ABCD'           4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2    4   'EFG'            8   (runs short — ok)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stop  8   8 &gt;= len  done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result  ['ABCD', 'EFG']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overlap=1 (step=3)  ['ABCD','DEFG','G']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the repeated tail cushions a boundary fact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01 · Exercise 2 — embed with the right role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NV-EmbedQA is asymmetric — declare the role on every call.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Send:  embeddings.create(input=texts,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          extra_body={'input_type': 'passage'|'query'})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input_type rides in extra_body (NVIDIA extension, not OpenAI).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Time:  wrap in timed_call  (result, ms).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Pass the function + its args, not the result of calling it.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Unpack:  [d.embedding for d in result.data].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76B900"/>
                </a:solidFill>
              </a:rPr>
              <a:t>Index docs as 'passage'; embed questions as 'query'.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the embed call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result, ms = timed_call(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embed_client.embeddings.create,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model=EMBED_MODEL,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input=texts,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extra_body={'input_type': input_type},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return [d.embedding for d in result.data]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console &gt;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[embed] 121ms | n=8 | type=passage | dim=384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dim = 1024 on real NV-EmbedQA, 384 on the mock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01 · Index &amp; cosine search  (given helpers)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These two helpers are written for you — but read them: they encode the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core asymmetric rule. Embed-as-passage to index; embed-as-query to search.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505456"/>
            <a:ext cx="11018520" cy="3941064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build_index / retrieve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build_index : embed every chunk as 'passage'  upsert to ChromaDB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retrieve    : embed the question as 'query'    return top-K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store = VectorStore(...)        # cosine space: score = 1 - distance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&gt;&gt;&gt; retrieve(idx, 'How do I authenticate Docker to pull NIMs?', 3)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d03 | cos=0.62 | NIM images live in the NGC private registry…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d03 | cos=0.55 | …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cosine compares DIRECTION (right for normalized vectors) —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the store must be set to cosine space, not its Euclidean default.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01 · Failure 1 — the asymmetric embedder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What if you forget input_type? On the real NIM the call is rejected.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The dangerous case is the SILENT one — right shape, wrong subspace.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505456"/>
            <a:ext cx="11018520" cy="3941064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the learner runs this on purpose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&gt;&gt;&gt; embed_client.embeddings.create(model=EMBED_MODEL,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                               input=['test query'])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# note: no extra_body, no input_type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[no error] returned a 384-dim vector — but is it usable?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Root cause: query and passage vectors live in DIFFERENT subspaces.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Omit input_type  the real NIM rejects it, OR a symmetric model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silently encodes the query with the wrong role and cosine becomes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noise. Invisible until recall craters.   (See corpus d11, d12.)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01 · Exercise 3 — measure retrieval@K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Hit-rate@K = fraction of questions whose answer is in the top-K.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Deterministic, exact-substring — no LLM judge, no key.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1.  results = retrieve(store, question, k).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2.  context = ' '.join(r.text for r in results).lower().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3.  hit if answer_span.lower() in context, else record miss.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76B900"/>
                </a:solidFill>
              </a:rPr>
              <a:t>Join THEN check  a hit counts in chunk 2 or 3, not just 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trace q01  (answer_span = '$oauthtoken')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results = retrieve(store, q01.question, k=3)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context = ' '.join(r.text for r in results).lower()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'$oauthtoken' in context ?    yes  hit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run over all 12 questions: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baseline (fixed 140-char) hit-rate@3:  50%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missed: q01, q04, q05, q06, q07, q08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half the questions can't be answered.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01 · Failure 2 — a boundary hides the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q08: 'Why is my very first NIM request so slow when the GPU is idle?'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The answer lives in doc d21 — watch what 140-char chunking did to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505456"/>
            <a:ext cx="11018520" cy="3941064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how d21 got shredded by 140-char windows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d21#0  'The first request … is far slower …'    &lt; strong match, RETRIEVED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d21#1  '… the latency you see on request one is'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d21#2  'dominated by model load …'              &lt; holds the answer, below top-K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top retrieved (fixed):  d21  cos=0.55  span_here=False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Root cause: the lexically strongest fragment wins cosine; the sentence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that actually answers landed in a different fragment, below the cutoff.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The answer was in the corpus all along — chunking buried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01 · Exercise 4 — sentence-aware chunking (the fix)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Fix: never split mid-sentence; pack whole sentences up to max_chars.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Sentences via re.split(r'(?&lt;=[.!?])\s+', text) — given.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If current and len(current)+len(s)+1 &gt; max  flush, start new.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else grow:  current = (current + ' ' + s).strip().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After the loop, flush any leftover current.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76B900"/>
                </a:solidFill>
              </a:rPr>
              <a:t>Same embeddings, same K — only the chunker changes.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trace  ['AAAA.', 'BBBB.', 'CCCC.']   max_chars = 12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cur=''          take 'AAAA.'    -&gt; cur='AAAA.'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cur='AAAA.'(5)  +'BBBB.' 5+5+1=11 &lt;=12  grow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cur=…BBBB.(11)  +'CCCC.' 11+5+1=17 &gt;12  flush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end             flush leftover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result  ['AAAA. BBBB.', 'CCCC.']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two whole sentences together; the third starts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fresh, never split in half.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01 · Result — chunking alone moved the needle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Re-index with sentence chunks, re-run the identical hit-rate. No model change.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21408"/>
            <a:ext cx="11018520" cy="4325112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Retrieval@3:  fixed vs sentence chunking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fixed-chunk hit-rate       0.5000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sentence-chunk hit-rate    0.7500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absolute gain             +0.2500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sentence-chunk misses: q04, q06, q10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q08 now answered:  True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Recovered q01, q05, q07, AND q08 — a 25-point jump.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(q10 still misses  that's the reranking problem, Lab 02.)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What's left for Lab 02 — cosine rewards surface overlap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Even with good chunks, first-stage cosine ranks by surface similarity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Example: 'what makes TTFT slow on a WARM NIM?'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Cosine ranks the cold-start passage #1 — it shares 'first/slow/NIM'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The truly correct passage sits lower; the bi-encoder can't tell them apart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Fix: read the query and passage TOGETHER → a reranker → Lab 02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The NVIDIA stack (Lab 01)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NV-EmbedQA-E5-v5 — the embedding (bi-encoder) NIM (NeMo Retriever)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An LLM NIM (e.g. Llama 3.1 8B Instruct) generates the grounded answer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Both speak the OpenAI-compatible API — swap base_url, keep your code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Default to the API Catalog (no GPU); deploy on-prem NIMs when you need them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Lab 02 adds the reranker NIM (NV-RerankQA) on top of this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Most RAG bugs are retrieval bugs — measure retrieval first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Chunking is a retrieval decision: keep answers whole (50% → 75%)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Embeddings are asymmetric: always declare query vs passage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Configure cosine space explicitly — the L2 default misranks normalized vectors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Cosine rewards surface overlap — the cross-encoder fix is Lab 02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Hands-on — run Lab 01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task setup                                  # one-time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task mock:start                             # local NIM, no GPU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task lab:run LAB=01-rag-fundamentals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task lab:test LAB=01-rag-fundamentals       # nbmake + pytest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Complete the TODOs; the solution notebook is in solutions/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References: docs.nvidia.com/nemo/retriever · build.nvidia.com/explore/retrieval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Questions?</a:t>
            </a:r>
          </a:p>
          <a:p>
            <a:r>
              <a:rPr sz="2000">
                <a:solidFill>
                  <a:srgbClr val="76B900"/>
                </a:solidFill>
              </a:rPr>
              <a:t>Then open Lab 01 — labs/01-rag-fundamentals/lab.ipynb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