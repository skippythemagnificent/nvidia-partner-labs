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 Lab 01 fixed retrieval recall with better chunking, but left one problem</a:t>
            </a:r>
          </a:p>
          <a:p>
            <a:r>
              <a:t>open: first-stage cosine ranks by surface overlap, so the right document can be found yet</a:t>
            </a:r>
          </a:p>
          <a:p>
            <a:r>
              <a:t>the answer still buried below an adjacent sentence. This session fixes ranking with a</a:t>
            </a:r>
          </a:p>
          <a:p>
            <a:r>
              <a:t>cross-encoder reranker and the two-stage pipeline. Assumes the Lab 01 mental model; we</a:t>
            </a:r>
          </a:p>
          <a:p>
            <a:r>
              <a:t>recap the one thread we're picking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concept-first, but everything maps to a notebook cell. The objective</a:t>
            </a:r>
          </a:p>
          <a:p>
            <a:r>
              <a:t>students under-rate: stage 2 can only reorder what stage 1 hands it, so recall (Lab 01)</a:t>
            </a:r>
          </a:p>
          <a:p>
            <a:r>
              <a:t>is the ceiling on the whole system. Promise them they'll leave able to diagnose 'right</a:t>
            </a:r>
          </a:p>
          <a:p>
            <a:r>
              <a:t>doc, wrong passage' and size an over-retrieve.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the fintech failure, and connect it to the thread Lab 01 left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scenario that opens the lab. Same symptom as Lab 01 (adjacent context), but a</a:t>
            </a:r>
          </a:p>
          <a:p>
            <a:r>
              <a:t>different layer: in Lab 01 chunking hid the answer; here ranking buries it. The right</a:t>
            </a:r>
          </a:p>
          <a:p>
            <a:r>
              <a:t>document is retrieved; the wrong sentence within it ranks first. That reframes the fix</a:t>
            </a:r>
          </a:p>
          <a:p>
            <a:r>
              <a:t>from 'better chunks' to 'better ranking'.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bridge from Lab 01. The bi-encoder never noticed 'warm' contradicts the cold-start</a:t>
            </a:r>
          </a:p>
          <a:p>
            <a:r>
              <a:t>passage because it scored them in isolation. That blindness is inherent to how</a:t>
            </a:r>
          </a:p>
          <a:p>
            <a:r>
              <a:t>bi-encoders work — and it's exactly what a cross-encoder reranker fixes. The rest of this</a:t>
            </a:r>
          </a:p>
          <a:p>
            <a:r>
              <a:t>lab builds that fix as a two-stage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keep the bi-encoder for speed and add a cross-encoder for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lab is on this table. Bi-encoders are fast because passage vectors are computed</a:t>
            </a:r>
          </a:p>
          <a:p>
            <a:r>
              <a:t>once and reused; cross-encoders are accurate because the two texts interact at every</a:t>
            </a:r>
          </a:p>
          <a:p>
            <a:r>
              <a:t>layer — but nothing can be precomputed, so you can't run one over millions of chunks. The</a:t>
            </a:r>
          </a:p>
          <a:p>
            <a:r>
              <a:t>resolution is to use each for what it's good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it: corpus → bi-encoder → 20 candidates → cross-encoder → 5 → LLM. The reranker only</a:t>
            </a:r>
          </a:p>
          <a:p>
            <a:r>
              <a:t>ever sees 20 passages per query regardless of corpus size, so cost is bounded. This is</a:t>
            </a:r>
          </a:p>
          <a:p>
            <a:r>
              <a:t>the standard production pattern; the two NIMs are drop-in OpenAI-style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MRR rewards putting the answer near the top — exactly what reranking should do. Be honest</a:t>
            </a:r>
          </a:p>
          <a:p>
            <a:r>
              <a:t>about the mock: it's a ~22M-param cross-encoder, so the gain is real but modest; the 4B</a:t>
            </a:r>
          </a:p>
          <a:p>
            <a:r>
              <a:t>NV-RerankQA model widens it. The pipeline and the code are identical either way — that's</a:t>
            </a:r>
          </a:p>
          <a:p>
            <a:r>
              <a:t>the teaching point, not the absolute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reranking mistake in the wild. People set k1 too low to save latency and</a:t>
            </a:r>
          </a:p>
          <a:p>
            <a:r>
              <a:t>cap their own recall. The reranker is not magic — it cannot promote a passage it never</a:t>
            </a:r>
          </a:p>
          <a:p>
            <a:r>
              <a:t>received. Tie back to Lab 01: stage-1 recall (chunking + embedding + K) is the ceiling on</a:t>
            </a:r>
          </a:p>
          <a:p>
            <a:r>
              <a:t>the whole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Closes the loop on the table. The reason the two-stage design exists at all is this cost</a:t>
            </a:r>
          </a:p>
          <a:p>
            <a:r>
              <a:t>asymmetry. A quick latency demo in the lab shows reranking 44 vs 20 chunks; extrapolate</a:t>
            </a:r>
          </a:p>
          <a:p>
            <a:r>
              <a:t>to millions and it's obviously infeasible per query. Over-retrieve-then-rerank is the</a:t>
            </a:r>
          </a:p>
          <a:p>
            <a:r>
              <a:t>only way to get cross-encoder quality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walk each cell, build the two-stage pipeline by hand, and read the numbers it</a:t>
            </a:r>
          </a:p>
          <a:p>
            <a:r>
              <a:t>produces. The corpus switches to financial-services policy docs — the fintech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RankedChunk model is the instrument panel for the whole lab — it remembers where a</a:t>
            </a:r>
          </a:p>
          <a:p>
            <a:r>
              <a:t>chunk started (embed_rank) and where it ended (rerank_rank), and rank_delta makes the</a:t>
            </a:r>
          </a:p>
          <a:p>
            <a:r>
              <a:t>reranker's effect a single signed number. Point out the two knobs: over-retrieve 20, keep</a:t>
            </a:r>
          </a:p>
          <a:p>
            <a:r>
              <a:t>5 — a 4x over-retrieve, which we'll justify in the first failure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01's lesson one level up: in Lab 01 chunking hid the answer; here ranking</a:t>
            </a:r>
          </a:p>
          <a:p>
            <a:r>
              <a:t>buries it. The bi-encoder scored every sentence against the query independently, so the</a:t>
            </a:r>
          </a:p>
          <a:p>
            <a:r>
              <a:t>sentence with the most surface overlap wins even though a lower one actually defines the</a:t>
            </a:r>
          </a:p>
          <a:p>
            <a:r>
              <a:t>difference. The answer is real and retrieved — just at rank 3. That's the gap the</a:t>
            </a:r>
          </a:p>
          <a:p>
            <a:r>
              <a:t>reranker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exercise small on purpose — it's one call. The teaching is the contract: the</a:t>
            </a:r>
          </a:p>
          <a:p>
            <a:r>
              <a:t>reranker hands back positions into your candidate list plus a score, already sorted. The</a:t>
            </a:r>
          </a:p>
          <a:p>
            <a:r>
              <a:t>index is the join key you'll use next to map a ranking back to the chunk it scored. Note</a:t>
            </a:r>
          </a:p>
          <a:p>
            <a:r>
              <a:t>logits are unbounded and often negative for poor matches — relevance scores, not</a:t>
            </a:r>
          </a:p>
          <a:p>
            <a:r>
              <a:t>probabilities.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fiddly bit of the lab: two orderings have to be reconciled. The candidates list</a:t>
            </a:r>
          </a:p>
          <a:p>
            <a:r>
              <a:t>is in bi-encoder order; the rankings list is in reranker order and each entry's index is</a:t>
            </a:r>
          </a:p>
          <a:p>
            <a:r>
              <a:t>the bridge between them. Walk the table — loop position j is the new rank, index+1 is the</a:t>
            </a:r>
          </a:p>
          <a:p>
            <a:r>
              <a:t>old rank, and the difference is rank_delta. Row one is the whole point of reranking made</a:t>
            </a:r>
          </a:p>
          <a:p>
            <a:r>
              <a:t>into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 slide for the pipeline. The answer chunk jumps from rank 3 to rank 1, delta +2,</a:t>
            </a:r>
          </a:p>
          <a:p>
            <a:r>
              <a:t>while the previously top sibling slides down. Reading query and passage together let the</a:t>
            </a:r>
          </a:p>
          <a:p>
            <a:r>
              <a:t>cross-encoder see that this sentence actually defines the difference. Note the score scale</a:t>
            </a:r>
          </a:p>
          <a:p>
            <a:r>
              <a:t>changed entirely — cosine 0–1 versus unbounded logits — fine because we only use them to</a:t>
            </a:r>
          </a:p>
          <a:p>
            <a:r>
              <a:t>sort within the candidate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MRR is the right metric here because reranking's job is precisely to move the answer up,</a:t>
            </a:r>
          </a:p>
          <a:p>
            <a:r>
              <a:t>and MRR is dominated by how high the first correct hit lands. It's still deterministic and</a:t>
            </a:r>
          </a:p>
          <a:p>
            <a:r>
              <a:t>label-based — no judge LLM. We compute it twice, reranking off and on, so the improvement</a:t>
            </a:r>
          </a:p>
          <a:p>
            <a:r>
              <a:t>is attributable to stage 2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scrupulously honest about the mock here — this is a credibility moment with technical</a:t>
            </a:r>
          </a:p>
          <a:p>
            <a:r>
              <a:t>partners. The 0.88 to 0.96 lift is real but understated because the mock cross-encoder is</a:t>
            </a:r>
          </a:p>
          <a:p>
            <a:r>
              <a:t>~22M params; the production 4B model opens the gap much further. The point of the lab is</a:t>
            </a:r>
          </a:p>
          <a:p>
            <a:r>
              <a:t>the pipeline and the measurement discipline, not the absolute number on a toy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reranking mistake in the wild: teams shrink k1 to save latency and</a:t>
            </a:r>
          </a:p>
          <a:p>
            <a:r>
              <a:t>silently cap their own recall. The reranker is not magic — it cannot promote a passage it</a:t>
            </a:r>
          </a:p>
          <a:p>
            <a:r>
              <a:t>never received. This ties straight back to Lab 01: stage-1 recall (chunking + embedding +</a:t>
            </a:r>
          </a:p>
          <a:p>
            <a:r>
              <a:t>K) is the ceiling on the entire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closes the loop on the bi-vs-cross table. The whole reason the two-stage design</a:t>
            </a:r>
          </a:p>
          <a:p>
            <a:r>
              <a:t>exists is this cost asymmetry: bi-encoder vectors are precomputed once and reused;</a:t>
            </a:r>
          </a:p>
          <a:p>
            <a:r>
              <a:t>cross-encoder scores cannot be cached and cost one model pass per pair.</a:t>
            </a:r>
          </a:p>
          <a:p>
            <a:r>
              <a:t>Over-retrieve-then-rerank is the only way to get cross-encoder quality at corpus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why any of this matters to the business: the user never sees MRR, they see the</a:t>
            </a:r>
          </a:p>
          <a:p>
            <a:r>
              <a:t>answer. Better ranking puts the defining sentence in the prompt, so the model's answer is</a:t>
            </a:r>
          </a:p>
          <a:p>
            <a:r>
              <a:t>specific and citable instead of hedged. This is also the on-ramp to RAGAS and the</a:t>
            </a:r>
          </a:p>
          <a:p>
            <a:r>
              <a:t>continuous-evaluation theme in Lab 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every concept to a concrete, deployable 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punchline for partners: the entire RAG pipeline is three NIMs behind a familiar API.</a:t>
            </a:r>
          </a:p>
          <a:p>
            <a:r>
              <a:t>Start on build.nvidia.com (API Catalog) with just a key — no GPU — then move the same</a:t>
            </a:r>
          </a:p>
          <a:p>
            <a:r>
              <a:t>code to on-prem NIMs via Helm when data residency or scale demands it. The lab runs</a:t>
            </a:r>
          </a:p>
          <a:p>
            <a:r>
              <a:t>against a local mock so nobody is blocked on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arrows once more with the real component names, so the deck's final mental image</a:t>
            </a:r>
          </a:p>
          <a:p>
            <a:r>
              <a:t>is the production topology. Mention that latency is a per-stage budget — embed + search +</a:t>
            </a:r>
          </a:p>
          <a:p>
            <a:r>
              <a:t>rerank + generate — which Lab 06 instruments. This is also where SLAs get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as a checklist. If they remember one thing: reranking buys accuracy only for what</a:t>
            </a:r>
          </a:p>
          <a:p>
            <a:r>
              <a:t>stage 1 already surfaced — recall is the ceiling, ranking is the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 to the lab. The learner notebook has guided Concept + Walkthrough sections and</a:t>
            </a:r>
          </a:p>
          <a:p>
            <a:r>
              <a:t>TODO stubs that fail loudly until completed; the solutions/ copy is the worked answer.</a:t>
            </a:r>
          </a:p>
          <a:p>
            <a:r>
              <a:t>Encourage them to predict each failure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questions, then move to the hands-on portion.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RAG Reranking</a:t>
            </a:r>
          </a:p>
          <a:p>
            <a:r>
              <a:rPr sz="2000">
                <a:solidFill>
                  <a:srgbClr val="76B900"/>
                </a:solidFill>
              </a:rPr>
              <a:t>The two-stage retrieve-then-rerank pipeline  ·  NVIDIA Partner Lab Series · Lab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Agenda &amp; 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problem: the right document, the wrong passage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Recap: where Lab 01 left off — cosine rewards surface overlap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Bi-encoder vs cross-encoder; the two-stage retrieve-then-rerank pipeline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step-by-step walkthrough of every notebook exercise — with worked examples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By the end you will be able to: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Explain the bi- vs cross-encoder speed/accuracy trade-off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Build a two-stage over-retrieve-then-rerank pipeline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Measure reranking with rank delta and MRR — not vibes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Place NV-RerankQA in a production NIM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failure we'll reproduce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fintech moves its support KB from a flat FAQ to PDF policy documents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account agreements, fee schedules, dispute procedures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Answer quality collapses — the retriever finds the right document...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...but surfaces a neighbouring sentence, not the one that answers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'the monthly fee is $12…' instead of '…waived with a $1,500 minimum balance'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The Lab 01 symptom — adjacent context, not answers — now at the RANKING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Recap — where Lab 01 left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Lab 01 fixed recall with sentence-aware chunking (50% → 75%)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But first-stage cosine still ranks by SURFACE overlap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bi-encoder scores the query and each passage SEPARATELY — blind to interaction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Example: a 'warm NIM' query ranks the cold-start passage #1 (shared words)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Fix: read the query and passage TOGETHER — a cross-encoder reranker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Lab 02 — Reranking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Bi-encoder vs cross-encoder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9728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077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Bi-encoder (embed)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Cross-encoder (rerank)</a:t>
                      </a:r>
                    </a:p>
                  </a:txBody>
                  <a:tcPr>
                    <a:solidFill>
                      <a:srgbClr val="76B900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How it scores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Query &amp; passage encoded separately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Query &amp; passage read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E8F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Good — but blind to interaction</a:t>
                      </a:r>
                    </a:p>
                  </a:txBody>
                  <a:tcPr>
                    <a:solidFill>
                      <a:srgbClr val="E8F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High — sees the pair jointly</a:t>
                      </a:r>
                    </a:p>
                  </a:txBody>
                  <a:tcPr>
                    <a:solidFill>
                      <a:srgbClr val="E8F2D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Cheap; vectors precomputed &amp; indexed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Expensive; one pass per 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Scales to</a:t>
                      </a:r>
                    </a:p>
                  </a:txBody>
                  <a:tcPr>
                    <a:solidFill>
                      <a:srgbClr val="E8F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Millions of chunks</a:t>
                      </a:r>
                    </a:p>
                  </a:txBody>
                  <a:tcPr>
                    <a:solidFill>
                      <a:srgbClr val="E8F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Only a small candidate set</a:t>
                      </a:r>
                    </a:p>
                  </a:txBody>
                  <a:tcPr>
                    <a:solidFill>
                      <a:srgbClr val="E8F2D8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Stage 1: find candidates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61A1D"/>
                          </a:solidFill>
                        </a:rPr>
                        <a:t>Stage 2: re-score the shortlist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two-stage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Stage 1 — over-retrieve cheaply with the bi-encoder (e.g. top-20 by cosine)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Stage 2 — re-score those candidates with the cross-encoder, keep the best (top-5)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Bi-encoder accuracy at bi-encoder scale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NVIDIA: NV-EmbedQA (stage 1) + NV-RerankQA-Mistral-4B-v3 (stage 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Measuring rerank — rank delta &amp; MRR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Track each chunk's embed_rank vs rerank_rank; rank_delta = how far it moved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Mean Reciprocal Rank (MRR): average of 1 / rank-of-the-answer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Lab 02 result (mock models): MRR 0.88 → 0.96, hit@1 0.83 → 0.92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 buried answer (bi-rank 3) jumps to rank 1 — the reranker's whole job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 compact mock reranker understates the 4B production model's gain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Failure 1 — over-retrieve too little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Stage 2 can only reorder what stage 1 handed it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If k1 is too small, an answer just outside the window is gone forever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Demo: k1=3 loses the answer; k1=20 recovers it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Rule of thumb: over-retrieve 4×–10× your final 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Failure 2 — why not rerank everything?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If the cross-encoder is more accurate, skip stage 1 and rerank the corpus?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Cost is linear in passages — one model pass per (query, passage) pair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Nothing is cacheable; at 1M chunks that's ~a million passes per query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Two-stage keeps stage 2 bounded to k1, independent of corpus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Lab 02 — Notebook Walkthrough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Setup — corpus, knobs, and RankedChunk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The setup loads the policy corpus + eval set, wires the embed and rerank clients,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and defines the model that carries a chunk through BOTH stages so you can watch it move.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setup cell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CORPUS = 10 banking-policy docs (p01 … p10)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-&gt; 44 sentence chunks  (320-char budget, from Lab 01)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EVAL   = 12 labeled questions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OVER_RETRIEVE_K1 = 20    # stage 1: cheap candidates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RERANK_K2        = 5     # stage 2: keep after rerank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class RankedChunk(BaseModel):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embed_rank | rerank_rank | embed_score | rerank_score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rank_delta = embed_rank - rerank_rank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     (positive = the reranker PROMOTED it)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The bi-encoder's blind spot  (q09)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q09: 'What is the difference between the APR and the interest rate on a loan?'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Predict first: which sentence does cosine rank #1 — the one that defines the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difference, or just the one with the most word overlap?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889503"/>
            <a:ext cx="11018520" cy="3557017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stage-1 (bi-encoder) ranking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bi-rank 1 | cos=0.810 | p09 | A personal loan is an unsecured installment…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bi-rank 2 | cos=0.653 | p09 | Your APR is fixed for the life of the loan…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bi-rank 3 | cos=0.557 | p09 | …the APR also includes the origination fee   &lt; THE ANSWER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Right DOCUMENT found (all p09) — but the answer sits at rank 3,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behind sibling chunks that merely share 'APR' / 'interest rate'.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Feed only top-1 into the prompt  the model never sees the answer.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Exercise 1 — call the reranker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rerank(query, passages, top_n) POSTs to the reranking NIM.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Not the OpenAI schema — a dedicated ranking endpoint.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Returns [{index, logit}, …] sorted most  least relevant.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index points back into the passages list you sent.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higher logit = more relevant (logits are unbounded).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Your job: call it and return the list unchanged.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Mapping back to chunks happens in Exercise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the rerank() contract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rerank(query, passages, top_n) -&gt;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[{'index': i, 'logit': score}, …]   best first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example return: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[{'index': 2, 'logit':  4.1},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{'index': 0, 'logit': -2.3},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{'index': 1, 'logit': -9.0}]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-&gt; passages[2] best, then [0], then [1]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Exercise 2 — map results to RankedChunks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candidates = stage-1 results, in bi-encoder order.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candidates[0] is embed-rank 1, [1] is embed-rank 2 …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rankings = reranker output, in rerank order.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enumerate(rankings, start=1): j IS the rerank rank.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cand = candidates[entry['index']].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embed_rank = entry['index'] + 1,  rerank_rank = j.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map rankings back onto candidates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j  entry              cand      embed_rank  rerank_rank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1  index=2 logit=1.3   3rd cand      3           1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2  index=0 logit=-3.1  1st cand      1           2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row 1 is the win:  bi-rank 3 -&gt; rerank 1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rank_delta = 3 - 1 = +2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Result — the buried answer surfaces  (q09)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display_ranked_chunks shows the delta column — how far each chunk moved.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11018520" cy="4325112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Top 5 chunks for q09   (delta = rank change)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Rank  delta   Embed   Rerank   Text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1    +2     0.557    8.045   …the APR also includes the origination fee…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2    -1     0.810    7.353   A personal loan is an unsecured installment…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…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chunk cosine buried at rank 3 is now rank 1.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Logits unbounded: ~8 for a strong match, negative for poor 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Exercise 3 — score it with MRR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MRR rewards putting the answer near the top.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Per question: rank of the first chunk containing answer_span.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reciprocal rank = 1 / rank.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enumerate(results, start=1); on first match add 1/rank, break.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MRR = average of reciprocal ranks over all questions.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Compare bi-encoder-only vs two-stage on the same eval 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reciprocal rank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answer at rank 1    1/1 = 1.00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answer at rank 2    1/2 = 0.50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answer at rank 3    1/3 = 0.33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answer not found          0.00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MRR = mean of those over all 12 questions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one number that rewards 'answer near the top'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Result — does reranking actually help?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11018520" cy="507492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Retrieval quality: reranking off vs on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MRR — bi-encoder only      0.8819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MRR — two-stage rerank     0.9583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max rank delta across queries:  7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MRR climbs and NO correct answer is demoted; the largest single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move is a chunk promoted 7 places into the top-5.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gain looks modest because the MOCK reranker is a tiny ~22M-param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cross-encoder. Production NV-RerankQA-Mistral-4B-v3 (4B) widens it —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pipeline and the code are identical either way.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Failure 1 — over-retrieve too little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Stage 2 can only reorder what stage 1 hands it. q04's answer is at bi-rank 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11018520" cy="4325112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vary k1, keep k2 = 5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k1 =  3   answer rerank position: None   (LOST — never entered stage 2)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k1 = 20   answer rerank position: 2      (recovered)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Root cause: with k1=3 the answer (bi-rank 4) is outside the candidate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set, so no reranker can promote it — a recall ceiling set by stage 1.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Rule of thumb: over-retrieve 4x–10x your final 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Failure 2 — why not rerank everything?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If the cross-encoder is more accurate, why not skip stage 1 and rerank the corpus?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11018520" cy="4325112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stage-2 cost is linear in passages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rerank   20 candidates :    ~  X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rerank   44 chunks (all):   ~  Y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this corpus is tiny; at 1M chunks reranking everything is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~ 22,727x this — infeasible per query.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Root cause: O(n) in passages, nothing cacheable.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Two-stage keeps stage 2 bounded to k1, independent of corpus size.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02 · (Optional) Faithfulness — better retrieval, better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Reranking is a means to an end: a more faithful generated answer.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Needs a judge LLM + NVIDIA_API_KEY; the cell skips cleanly without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q09 — reranked vs bi-encoder-only context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reranked context   states the APR includes the origination fee,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       grounded in the chunk lifted to rank 1, cites [p09]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bi-encoder only    vaguer / hedges — its top chunk was an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       adjacent sentence, not the answer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retrieval quality propagates straight into answer faithfulness.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NVIDIA Stack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NeMo Retriever + NIM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NV-EmbedQA-E5-v5 — the embedding (bi-encoder) NIM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NV-RerankQA-Mistral-4B-v3 — the reranking (cross-encoder) NIM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An LLM NIM (e.g. Llama 3.1 8B Instruct) generates the grounded answer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All three speak the OpenAI-compatible API — swap base_url, keep your code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Default to the API Catalog (no GPU); deploy on-prem NIMs when you need them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production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Query → NV-EmbedQA (embed as query) → vector DB (top-20)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→ NV-RerankQA (re-score to top-5) → assemble grounded prompt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→ LLM NIM → cited answer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Observability (Lab 06): Triton metrics, latency budget per stage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Bi-encoders retrieve, cross-encoders rerank — speed vs accuracy, used for each's strength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Two-stage = over-retrieve then rerank: cross-encoder accuracy at bi-encoder scale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Stage 2 can't fix stage 1's misses — over-retrieve 4×–10× your final 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rank_delta and MRR make the win measurable (0.88 → 0.96)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It's three NIMs behind one API — start on the API Catalog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Hands-on — run Lab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task setup                                  # one-time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task mock:start                             # local NIM, no GPU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task lab:run LAB=02-rag-reranking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task lab:test LAB=02-rag-reranking          # nbmake + pytest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Complete the TODOs; the solution notebook is in solutions/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References: docs.nvidia.com/nemo/retriever · build.nvidia.com · docs.ragas.io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Questions?</a:t>
            </a:r>
          </a:p>
          <a:p>
            <a:r>
              <a:rPr sz="2000">
                <a:solidFill>
                  <a:srgbClr val="76B900"/>
                </a:solidFill>
              </a:rPr>
              <a:t>Then open Lab 02 — labs/02-rag-reranking/lab.ipynb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